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各位老师、同学大家好，我是自控2401班的傅思雄。今天我将围绕个人基本情况、学习科创实践、服务经历以及对共青团的认识，汇报我的入团申请。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本次汇报分为四个部分。先介绍我的基本情况，再说明学习和科创实践，随后汇报服务集体的经历，最后谈谈我对共青团的认识和入团后的计划。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首先是个人基本情况。我来自自控2401班，希望通过入团申请，把个人成长放到更高标准和更强集体意识中去要求自己。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????????????2401?????????????????????????????????????????????????????????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这条成长路径概括了我现阶段的努力方向。从专业基础到竞赛训练，再到实验室助理和集体服务，我希望让每一步都更扎实。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D4E1C-1A95-A651-549C-4F033DFA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A009F-4A55-48E1-526C-C8EAE4942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704C0-DDF6-7E85-9D0B-F27E286B8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  <p:extLst>
      <p:ext uri="{BB962C8B-B14F-4D97-AF65-F5344CB8AC3E}">
        <p14:creationId xmlns:p14="http://schemas.microsoft.com/office/powerpoint/2010/main" val="3386683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?????????????????????????????????????????????????????????????????????????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我的汇报到这里结束。感谢各位老师和同学的聆听，也恳请大家对我的不足提出批评指正。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2.xml"/><Relationship Id="rId7" Type="http://schemas.openxmlformats.org/officeDocument/2006/relationships/image" Target="../media/image2.sv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8.jp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image" Target="../media/image2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8.xml"/><Relationship Id="rId7" Type="http://schemas.openxmlformats.org/officeDocument/2006/relationships/image" Target="../media/image2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.xml"/><Relationship Id="rId7" Type="http://schemas.openxmlformats.org/officeDocument/2006/relationships/image" Target="../media/image2.sv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7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4.xml"/><Relationship Id="rId7" Type="http://schemas.openxmlformats.org/officeDocument/2006/relationships/image" Target="../media/image2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7.xml"/><Relationship Id="rId7" Type="http://schemas.openxmlformats.org/officeDocument/2006/relationships/image" Target="../media/image2.sv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入团申请答辩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自控2401 傅思雄｜以实践行动靠近团组织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99C75111-3F81-365B-8343-EC1A5F716746}"/>
              </a:ext>
            </a:extLst>
          </p:cNvPr>
          <p:cNvSpPr txBox="1"/>
          <p:nvPr/>
        </p:nvSpPr>
        <p:spPr>
          <a:xfrm>
            <a:off x="833609" y="3075520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以青年担当融入集体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431974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a16:creationId xmlns:a16="http://schemas.microsoft.com/office/drawing/2014/main"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班级信息、学习状态与自我定位</a:t>
            </a: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专业学习、蓝桥杯与智能车准备</a:t>
            </a: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以更高标准要求自己、服务集体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a16:creationId xmlns:a16="http://schemas.microsoft.com/office/drawing/2014/main"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a16:creationId xmlns:a16="http://schemas.microsoft.com/office/drawing/2014/main"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a16:creationId xmlns:a16="http://schemas.microsoft.com/office/drawing/2014/main"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a16:creationId xmlns:a16="http://schemas.microsoft.com/office/drawing/2014/main"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1406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374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申请人：傅思雄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班级：自控2401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希望在学习、实践与集体服务中持续进步。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</p:spTree>
    <p:extLst>
      <p:ext uri="{BB962C8B-B14F-4D97-AF65-F5344CB8AC3E}">
        <p14:creationId xmlns:p14="http://schemas.microsoft.com/office/powerpoint/2010/main" val="5846070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a16:creationId xmlns:a16="http://schemas.microsoft.com/office/drawing/2014/main" id="{3AE5E012-18D4-3CA6-CDCD-8ABD330AB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CCC055B0-673F-A38A-D0DD-293DBE42B31C}"/>
              </a:ext>
            </a:extLst>
          </p:cNvPr>
          <p:cNvSpPr/>
          <p:nvPr/>
        </p:nvSpPr>
        <p:spPr>
          <a:xfrm>
            <a:off x="0" y="-17797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D56D3DCE-7898-1AF3-CCEF-D01C6E44F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C67CFB4-FD33-CAE4-1CF4-A77D0856C6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7" name="演示研究所 SlideLab.cc">
            <a:extLst>
              <a:ext uri="{FF2B5EF4-FFF2-40B4-BE49-F238E27FC236}">
                <a16:creationId xmlns:a16="http://schemas.microsoft.com/office/drawing/2014/main" id="{528C52F7-BDDD-B4B4-D2D8-D645EFD4C9EE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8" name="演示研究所 SlideLab.cc">
              <a:extLst>
                <a:ext uri="{FF2B5EF4-FFF2-40B4-BE49-F238E27FC236}">
                  <a16:creationId xmlns:a16="http://schemas.microsoft.com/office/drawing/2014/main" id="{57BD0CA8-81AB-5667-7CFB-12B198E1BC4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223E0DEB-6271-6461-29AC-4592F673435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172DEA52-9DCF-8383-E3A4-4B0701A6B0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EABD828A-3C1B-F345-5EA2-AD157C44B996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个人画像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FAFB69F-3E8D-E34F-928B-9C15463895EB}"/>
              </a:ext>
            </a:extLst>
          </p:cNvPr>
          <p:cNvSpPr/>
          <p:nvPr/>
        </p:nvSpPr>
        <p:spPr>
          <a:xfrm>
            <a:off x="8842625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5B2DD2B6-4B53-EE4A-AE5C-8274A57F7058}"/>
              </a:ext>
            </a:extLst>
          </p:cNvPr>
          <p:cNvSpPr/>
          <p:nvPr/>
        </p:nvSpPr>
        <p:spPr>
          <a:xfrm>
            <a:off x="3349374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9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3EC40F31-2BDA-BC4F-80EC-5B53C50EFC2A}"/>
              </a:ext>
            </a:extLst>
          </p:cNvPr>
          <p:cNvSpPr/>
          <p:nvPr/>
        </p:nvSpPr>
        <p:spPr>
          <a:xfrm>
            <a:off x="6254876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10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2E3B4953-CE9A-3744-AAD4-E2B0E417AE53}"/>
              </a:ext>
            </a:extLst>
          </p:cNvPr>
          <p:cNvSpPr/>
          <p:nvPr/>
        </p:nvSpPr>
        <p:spPr>
          <a:xfrm>
            <a:off x="0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7AAAE613-4108-3448-A7EF-3B68FD0E13EE}"/>
              </a:ext>
            </a:extLst>
          </p:cNvPr>
          <p:cNvSpPr/>
          <p:nvPr/>
        </p:nvSpPr>
        <p:spPr>
          <a:xfrm>
            <a:off x="1870129" y="5338365"/>
            <a:ext cx="8451742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我的自我定位：以踏实完成任务为基础，以主动参与实践为路径，在集体需要时承担力所能及的责任。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4BB9A184-0F91-8D41-855A-B4EC45534296}"/>
              </a:ext>
            </a:extLst>
          </p:cNvPr>
          <p:cNvSpPr/>
          <p:nvPr/>
        </p:nvSpPr>
        <p:spPr>
          <a:xfrm>
            <a:off x="4634213" y="1736936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956952A-A97E-C548-9DC3-FBEC46893DB6}"/>
              </a:ext>
            </a:extLst>
          </p:cNvPr>
          <p:cNvSpPr txBox="1"/>
          <p:nvPr/>
        </p:nvSpPr>
        <p:spPr>
          <a:xfrm>
            <a:off x="5208575" y="1044983"/>
            <a:ext cx="17748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</a:lstStyle>
          <a:p>
            <a:pPr algn="ctr"/>
            <a:r>
              <a:rPr lang="zh-CN" altLang="en-US" spc="30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踏实做事</a:t>
            </a:r>
          </a:p>
          <a:p>
            <a:pPr algn="ctr"/>
            <a:r>
              <a:rPr lang="zh-CN" altLang="en-US" spc="30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主动担当</a:t>
            </a:r>
            <a:endParaRPr lang="zh-CN" altLang="en-US" spc="3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CE393474-6514-464E-9895-B78A177FDF23}"/>
              </a:ext>
            </a:extLst>
          </p:cNvPr>
          <p:cNvSpPr/>
          <p:nvPr/>
        </p:nvSpPr>
        <p:spPr>
          <a:xfrm>
            <a:off x="510064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基本情况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2225541-2224-1341-B7F2-E377BF794436}"/>
              </a:ext>
            </a:extLst>
          </p:cNvPr>
          <p:cNvSpPr/>
          <p:nvPr/>
        </p:nvSpPr>
        <p:spPr>
          <a:xfrm>
            <a:off x="510064" y="3429347"/>
            <a:ext cx="2587752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自控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2401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班，绩点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3.3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，申请加入中国共产主义青年团。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55B227C1-DCF4-B54B-BEA6-CEA66544FF0E}"/>
              </a:ext>
            </a:extLst>
          </p:cNvPr>
          <p:cNvSpPr/>
          <p:nvPr/>
        </p:nvSpPr>
        <p:spPr>
          <a:xfrm>
            <a:off x="9223436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成长态度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323394B0-04A5-A946-8C14-340141F0CAD1}"/>
              </a:ext>
            </a:extLst>
          </p:cNvPr>
          <p:cNvSpPr/>
          <p:nvPr/>
        </p:nvSpPr>
        <p:spPr>
          <a:xfrm>
            <a:off x="9223436" y="3429347"/>
            <a:ext cx="2587752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少说空话、多做实事，在学习和集体事务中靠近更高标准。</a:t>
            </a:r>
          </a:p>
        </p:txBody>
      </p:sp>
    </p:spTree>
    <p:extLst>
      <p:ext uri="{BB962C8B-B14F-4D97-AF65-F5344CB8AC3E}">
        <p14:creationId xmlns:p14="http://schemas.microsoft.com/office/powerpoint/2010/main" val="275697846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7005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重视专业学习与实践能力，参与蓝桥杯、智能车等训练，把知识用到真实问题中。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2" y="1934281"/>
            <a:ext cx="3859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</p:spTree>
    <p:extLst>
      <p:ext uri="{BB962C8B-B14F-4D97-AF65-F5344CB8AC3E}">
        <p14:creationId xmlns:p14="http://schemas.microsoft.com/office/powerpoint/2010/main" val="425360072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a16:creationId xmlns:a16="http://schemas.microsoft.com/office/drawing/2014/main"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a16:creationId xmlns:a16="http://schemas.microsoft.com/office/drawing/2014/main"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a16:creationId xmlns:a16="http://schemas.microsoft.com/office/drawing/2014/main"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a16:creationId xmlns:a16="http://schemas.microsoft.com/office/drawing/2014/main"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实践成长路径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a16:creationId xmlns:a16="http://schemas.microsoft.com/office/drawing/2014/main"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0C679D9E-563F-49AE-8BB0-3FBCA8470D01}"/>
              </a:ext>
            </a:extLst>
          </p:cNvPr>
          <p:cNvSpPr/>
          <p:nvPr/>
        </p:nvSpPr>
        <p:spPr>
          <a:xfrm>
            <a:off x="2473770" y="2809184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夯实专业基础，保持稳定进步。</a:t>
            </a: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专业学习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403AC746-E9B5-4B04-AB69-FA287B177093}"/>
              </a:ext>
            </a:extLst>
          </p:cNvPr>
          <p:cNvSpPr/>
          <p:nvPr/>
        </p:nvSpPr>
        <p:spPr>
          <a:xfrm>
            <a:off x="542337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获省级一等奖，等待国赛结果。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蓝桥杯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B4524A4-2002-45A0-A1C2-7D62A0F0C316}"/>
              </a:ext>
            </a:extLst>
          </p:cNvPr>
          <p:cNvSpPr/>
          <p:nvPr/>
        </p:nvSpPr>
        <p:spPr>
          <a:xfrm>
            <a:off x="8419630" y="2809184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持续训练，提升工程实践能力。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智能车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C9C7181-EC86-482F-A2BF-07743DEA9495}"/>
              </a:ext>
            </a:extLst>
          </p:cNvPr>
          <p:cNvSpPr/>
          <p:nvPr/>
        </p:nvSpPr>
        <p:spPr>
          <a:xfrm>
            <a:off x="6968113" y="4411867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协助整理、调试、维护日常事务。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实验助理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需要时主动承担，贡献力量。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服务集体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6129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784A-0960-C694-99E8-58C27E52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33511DD6-1BF2-49C2-231C-DC1865DE9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B9F41C60-2837-B081-1B0C-F8E367B393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7703160C-F88B-11A8-A987-1BA7C828C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0FE03DE9-8241-6E0D-BAD9-B77EBE749F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4309FA5B-5954-B79C-0E9E-07EBC83D778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8F5A9AC5-4BC5-9189-2D22-CF382983667E}"/>
              </a:ext>
            </a:extLst>
          </p:cNvPr>
          <p:cNvSpPr txBox="1"/>
          <p:nvPr/>
        </p:nvSpPr>
        <p:spPr>
          <a:xfrm>
            <a:off x="7218375" y="2764743"/>
            <a:ext cx="4030327" cy="7005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共青团不仅是一种身份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更是一份先进青年的责任与担当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EF4E7E30-DB4D-5964-39D3-80475F533AA9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5AB0B78D-B4F6-217D-5195-C8BFE769D8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CE5B7FB4-FC89-E8FD-47C1-EFFB0919083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D9FC4262-6534-A051-0351-FB714DFF788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514D760A-4873-C382-7E9F-20067DDCC59B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03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AE8530A5-6755-B9AA-122F-5BE3DD8DE5C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8A57E95-BA43-5AA7-7762-952092A8C676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54973D18-61E6-8B94-9C8B-7C691BB59472}"/>
              </a:ext>
            </a:extLst>
          </p:cNvPr>
          <p:cNvSpPr txBox="1"/>
          <p:nvPr/>
        </p:nvSpPr>
        <p:spPr>
          <a:xfrm flipH="1">
            <a:off x="7171042" y="1934281"/>
            <a:ext cx="3859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</p:spTree>
    <p:extLst>
      <p:ext uri="{BB962C8B-B14F-4D97-AF65-F5344CB8AC3E}">
        <p14:creationId xmlns:p14="http://schemas.microsoft.com/office/powerpoint/2010/main" val="396482568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a16:creationId xmlns:a16="http://schemas.microsoft.com/office/drawing/2014/main"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a16:creationId xmlns:a16="http://schemas.microsoft.com/office/drawing/2014/main"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a16:creationId xmlns:a16="http://schemas.microsoft.com/office/drawing/2014/main"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对共青团的认识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9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61367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共青团代表着先进青年的方向。对我而言，申请入团是希望用更高标准要求自己，把个人成长和集体需要结合起来。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责任意识</a:t>
            </a:r>
          </a:p>
          <a:p>
            <a:pPr algn="l"/>
            <a:r>
              <a:rPr lang="zh-CN" altLang="en-US" sz="360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服务意识</a:t>
            </a:r>
            <a:endParaRPr lang="zh-CN" altLang="en-US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lang="zh-CN" altLang="en-US" dirty="0">
              <a:ln w="38100">
                <a:noFill/>
              </a:ln>
              <a:gradFill>
                <a:gsLst>
                  <a:gs pos="30000">
                    <a:srgbClr val="E74100"/>
                  </a:gs>
                  <a:gs pos="100000">
                    <a:srgbClr val="A8000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>
                <a:solidFill>
                  <a:srgbClr val="F5E4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先进青年</a:t>
            </a:r>
            <a:endParaRPr lang="zh-CN" altLang="en-US" dirty="0">
              <a:solidFill>
                <a:srgbClr val="F5E4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26137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恳请老师、同学批评指正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6222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626</Words>
  <Application>Microsoft Office PowerPoint</Application>
  <PresentationFormat>宽屏</PresentationFormat>
  <Paragraphs>69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汉仪旗黑 55简</vt:lpstr>
      <vt:lpstr>汉仪旗黑-55简</vt:lpstr>
      <vt:lpstr>思源宋体 CN Medium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30</cp:revision>
  <dcterms:created xsi:type="dcterms:W3CDTF">2022-12-13T05:35:45Z</dcterms:created>
  <dcterms:modified xsi:type="dcterms:W3CDTF">2026-06-16T15:03:41Z</dcterms:modified>
</cp:coreProperties>
</file>
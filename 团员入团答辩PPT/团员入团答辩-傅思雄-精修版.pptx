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wide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_0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_0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_0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_0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_0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_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fined">
  <a:themeElements>
    <a:clrScheme name="Refined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B91C1C"/>
      </a:accent1>
      <a:accent2>
        <a:srgbClr val="2563EB"/>
      </a:accent2>
      <a:accent3>
        <a:srgbClr val="7F1D1D"/>
      </a:accent3>
      <a:accent4>
        <a:srgbClr val="FEE2E2"/>
      </a:accent4>
      <a:accent5>
        <a:srgbClr val="DBEAFE"/>
      </a:accent5>
      <a:accent6>
        <a:srgbClr val="64748B"/>
      </a:accent6>
      <a:hlink>
        <a:srgbClr val="2563EB"/>
      </a:hlink>
      <a:folHlink>
        <a:srgbClr val="7C3AED"/>
      </a:folHlink>
    </a:clrScheme>
    <a:fontScheme name="Microsoft YaHei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宽屏</PresentationFormat>
  <Slides>6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团员入团答辩-傅思雄-精修版</dc:title>
  <dc:creator>Codex</dc:creator>
  <cp:lastModifiedBy>Codex</cp:lastModifiedBy>
</cp:coreProperties>
</file>
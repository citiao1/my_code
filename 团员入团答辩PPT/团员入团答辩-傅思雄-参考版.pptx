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 type="wide"/>
  <p:notesSz cx="6858000" cy="9144000"/>
</p:presentation>
</file>

<file path=ppt/presProps.xml><?xml version="1.0" encoding="utf-8"?>
<p:presentationPr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/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ableStyles" Target="tableStyles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ref_slide_0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ref_slide_02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ref_slide_03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ref_slide_04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ref_slide_05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ref_slide_0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Reference">
  <a:themeElements>
    <a:clrScheme name="Reference">
      <a:dk1>
        <a:srgbClr val="151515"/>
      </a:dk1>
      <a:lt1>
        <a:srgbClr val="FFFFFF"/>
      </a:lt1>
      <a:dk2>
        <a:srgbClr val="333333"/>
      </a:dk2>
      <a:lt2>
        <a:srgbClr val="F7F7F7"/>
      </a:lt2>
      <a:accent1>
        <a:srgbClr val="C8102E"/>
      </a:accent1>
      <a:accent2>
        <a:srgbClr val="151515"/>
      </a:accent2>
      <a:accent3>
        <a:srgbClr val="FBE6EA"/>
      </a:accent3>
      <a:accent4>
        <a:srgbClr val="666666"/>
      </a:accent4>
      <a:accent5>
        <a:srgbClr val="E8E8E8"/>
      </a:accent5>
      <a:accent6>
        <a:srgbClr val="FFFFFF"/>
      </a:accent6>
      <a:hlink>
        <a:srgbClr val="C8102E"/>
      </a:hlink>
      <a:folHlink>
        <a:srgbClr val="666666"/>
      </a:folHlink>
    </a:clrScheme>
    <a:fontScheme name="Microsoft YaHei">
      <a:majorFont>
        <a:latin typeface="Microsoft YaHei"/>
        <a:ea typeface="Microsoft YaHei"/>
      </a:majorFont>
      <a:minorFont>
        <a:latin typeface="Microsoft YaHei"/>
        <a:ea typeface="Microsoft YaHei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</Application>
  <PresentationFormat>宽屏</PresentationFormat>
  <Slides>6</Slides>
  <Company/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团员入团答辩-傅思雄-参考版</dc:title>
  <dc:creator>Codex</dc:creator>
  <cp:lastModifiedBy>Codex</cp:lastModifiedBy>
</cp:coreProperties>
</file>
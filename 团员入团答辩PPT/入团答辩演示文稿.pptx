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Noto Sans SC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otoSansSC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NotoSansSC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815715" y="1905000"/>
            <a:ext cx="456057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入团答辩汇报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524500" y="3295650"/>
            <a:ext cx="1143000" cy="57150"/>
          </a:xfrm>
          <a:prstGeom prst="roundRect">
            <a:avLst>
              <a:gd fmla="val 50000" name="adj"/>
            </a:avLst>
          </a:prstGeom>
          <a:solidFill>
            <a:srgbClr val="D904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520058" y="3638550"/>
            <a:ext cx="315173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青春心向党 · 建功新时代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780359" y="4524375"/>
            <a:ext cx="26311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汇报人：[此处填写您的姓名]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2911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个人基本情况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810250" y="900112"/>
            <a:ext cx="571500" cy="47625"/>
          </a:xfrm>
          <a:prstGeom prst="roundRect">
            <a:avLst>
              <a:gd fmla="val 40000" name="adj"/>
            </a:avLst>
          </a:prstGeom>
          <a:solidFill>
            <a:srgbClr val="D904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095375" y="1657350"/>
            <a:ext cx="4714875" cy="1053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学业基础扎实：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当前总绩点为 3.3 / 4.33，在专业课程中始终保持着良好的学习习惯，注重理论底蕴与实践结合。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95375" y="3043832"/>
            <a:ext cx="4714875" cy="1388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立足科研实践：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担任实验室助理一职。协助老师完成日常管理与设备调试，在此过程中培养了严谨求实的科研态度与极强的责任心。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95375" y="4765476"/>
            <a:ext cx="4714875" cy="1388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专注自我沉淀：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踏实肯干，将精力聚焦于专业能力的提升，具备优秀的动手操作能力与团队协作精神，为未来的挑战蓄力。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29110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671637"/>
            <a:ext cx="237083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058120"/>
            <a:ext cx="237083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779764"/>
            <a:ext cx="237083" cy="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64258"/>
            <a:ext cx="3429000" cy="36153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164258"/>
            <a:ext cx="3429000" cy="36153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2164258"/>
            <a:ext cx="3429000" cy="361533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竞赛获奖与实践经历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810250" y="900112"/>
            <a:ext cx="571500" cy="47625"/>
          </a:xfrm>
          <a:prstGeom prst="roundRect">
            <a:avLst>
              <a:gd fmla="val 40000" name="adj"/>
            </a:avLst>
          </a:prstGeom>
          <a:solidFill>
            <a:srgbClr val="D904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375886" y="3478708"/>
            <a:ext cx="182022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院级竞赛一等奖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57250" y="4002583"/>
            <a:ext cx="285750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荣获学院级别专业竞赛一等奖，通过独立思考与团队协作，充分验证了自身扎实的专业基础与逻辑思维能力。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185886" y="3478708"/>
            <a:ext cx="182022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蓝桥杯省一等奖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67250" y="4002583"/>
            <a:ext cx="285750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在蓝桥杯全国软件和信息技术专业人才大赛中斩获省级一等奖，目前正积极等待国赛成绩，力求在更高平台突破自我。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125902" y="3478708"/>
            <a:ext cx="156019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持续挑战未知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77250" y="4002583"/>
            <a:ext cx="285750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步履不停，当前正全心备战“全国大学生智能汽车竞赛”与“全国大学生电子设计竞赛（电赛）”，在实战中精进技术。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00708" y="2726233"/>
            <a:ext cx="370582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10708" y="2726233"/>
            <a:ext cx="370582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20708" y="2726233"/>
            <a:ext cx="370582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47837"/>
            <a:ext cx="5286375" cy="444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47837"/>
            <a:ext cx="5286375" cy="444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对共青团的深刻认识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810250" y="900112"/>
            <a:ext cx="571500" cy="47625"/>
          </a:xfrm>
          <a:prstGeom prst="roundRect">
            <a:avLst>
              <a:gd fmla="val 40000" name="adj"/>
            </a:avLst>
          </a:prstGeom>
          <a:solidFill>
            <a:srgbClr val="D904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86062" y="232886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2014537" y="3471862"/>
            <a:ext cx="24003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思想上的指路明灯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057275" y="4100512"/>
            <a:ext cx="431482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共青团是党领导的先进青年的群团组织，是广大青年在实践中学习中国特色社会主义的大学校。它是党联系青年群众的牢固桥梁和纽带，指引着我们在新时代树立正确的世界观、人生观和价值观。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48687" y="232886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7777162" y="3471862"/>
            <a:ext cx="24003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行动上的青年先锋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819900" y="4100512"/>
            <a:ext cx="431482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成为一名共青团员，意味着要在学习、工作和生活中发挥模范带头作用。不仅要追求个人的卓越与优秀，更要心系家国，服务同学，在关键时刻挺身而出，展现新时代青年的责任与担当。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66454" y="2566987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29079" y="2566987"/>
            <a:ext cx="29646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762000"/>
            <a:ext cx="52006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入团志愿与未来展望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/>
          <p:nvPr/>
        </p:nvSpPr>
        <p:spPr>
          <a:xfrm>
            <a:off x="2762250" y="1090612"/>
            <a:ext cx="571500" cy="47625"/>
          </a:xfrm>
          <a:prstGeom prst="roundRect">
            <a:avLst>
              <a:gd fmla="val 40000" name="adj"/>
            </a:avLst>
          </a:prstGeom>
          <a:solidFill>
            <a:srgbClr val="D904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809625" y="1847850"/>
            <a:ext cx="4714875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90429"/>
                </a:solidFill>
                <a:latin typeface="Noto Sans SC"/>
                <a:ea typeface="Noto Sans SC"/>
                <a:cs typeface="Noto Sans SC"/>
                <a:sym typeface="Noto Sans SC"/>
              </a:rPr>
              <a:t>“我志愿加入中国共产主义青年团。”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571500" y="1847850"/>
            <a:ext cx="57150" cy="853380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3082230"/>
            <a:ext cx="4953000" cy="1131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我将以实际行动向团组织靠拢。在学业上，我将继续攀登，力争在电赛和智能车竞赛中斩获更优异的成绩，用实力证明青年的力量。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4404121"/>
            <a:ext cx="495300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在生活中，我将以团员标准严格要求自己，热心服务师生。无论是在实验室枯燥的代码与电路前，还是在未来广阔的天地里，我都将坚守初心，做一颗永不生锈的螺丝钉！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9534" y="571500"/>
            <a:ext cx="592782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4655820" y="1619250"/>
            <a:ext cx="288036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4362450" y="2752725"/>
            <a:ext cx="3467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敬请各位评委老师批评指正！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Image Sources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5810250" y="857250"/>
            <a:ext cx="571500" cy="47625"/>
          </a:xfrm>
          <a:prstGeom prst="roundRect">
            <a:avLst>
              <a:gd fmla="val 40000" name="adj"/>
            </a:avLst>
          </a:prstGeom>
          <a:solidFill>
            <a:srgbClr val="D904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571500" y="3162300"/>
            <a:ext cx="816471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571500" y="3924300"/>
            <a:ext cx="816471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571500" y="3924300"/>
            <a:ext cx="816471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0" name="Google Shape;17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05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1666875" y="3362325"/>
            <a:ext cx="706933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https://images.stockcake.com/public/5/a/0/5a0793b2-2696-4cd7-a263-dfa573c90438_large/student-tech-workshop-stockcake.jpg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1666875" y="3552825"/>
            <a:ext cx="706933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stockcake.com</a:t>
            </a:r>
            <a:endParaRPr/>
          </a:p>
        </p:txBody>
      </p:sp>
      <p:pic>
        <p:nvPicPr>
          <p:cNvPr descr="image.png" id="173" name="Google Shape;17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767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1666875" y="4133850"/>
            <a:ext cx="706933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https://www.hok.com/wp-content/uploads/2025/02/01-Morgan-State-HHSC-sunset-aerial-1900x1270-1.jpg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1666875" y="4324350"/>
            <a:ext cx="706933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www.hok.com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
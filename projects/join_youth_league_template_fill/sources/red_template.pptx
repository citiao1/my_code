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85" r:id="rId5"/>
    <p:sldId id="795" r:id="rId6"/>
    <p:sldId id="363" r:id="rId7"/>
    <p:sldId id="401" r:id="rId8"/>
    <p:sldId id="260" r:id="rId9"/>
    <p:sldId id="316" r:id="rId10"/>
    <p:sldId id="360" r:id="rId11"/>
    <p:sldId id="263" r:id="rId12"/>
    <p:sldId id="798" r:id="rId13"/>
    <p:sldId id="799" r:id="rId14"/>
    <p:sldId id="800" r:id="rId15"/>
    <p:sldId id="801" r:id="rId16"/>
    <p:sldId id="802" r:id="rId17"/>
    <p:sldId id="803" r:id="rId18"/>
    <p:sldId id="804" r:id="rId19"/>
    <p:sldId id="805" r:id="rId20"/>
    <p:sldId id="806" r:id="rId21"/>
    <p:sldId id="807" r:id="rId22"/>
    <p:sldId id="808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0300"/>
    <a:srgbClr val="B92A36"/>
    <a:srgbClr val="9627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04" d="100"/>
          <a:sy n="104" d="100"/>
        </p:scale>
        <p:origin x="9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汉仪旗黑 55简" panose="00020600040101010101" pitchFamily="18" charset="-122"/>
                    <a:ea typeface="汉仪旗黑 55简" panose="00020600040101010101" pitchFamily="18" charset="-122"/>
                    <a:cs typeface="+mn-cs"/>
                    <a:sym typeface="汉仪旗黑 55简" panose="00020600040101010101" pitchFamily="18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70</c:v>
                </c:pt>
                <c:pt idx="2">
                  <c:v>43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EA-4818-BCB4-2D3069CEE1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汉仪旗黑 55简" panose="00020600040101010101" pitchFamily="18" charset="-122"/>
                    <a:ea typeface="汉仪旗黑 55简" panose="00020600040101010101" pitchFamily="18" charset="-122"/>
                    <a:cs typeface="+mn-cs"/>
                    <a:sym typeface="汉仪旗黑 55简" panose="00020600040101010101" pitchFamily="18" charset="-122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</c:v>
                </c:pt>
                <c:pt idx="1">
                  <c:v>55</c:v>
                </c:pt>
                <c:pt idx="2">
                  <c:v>26</c:v>
                </c:pt>
                <c:pt idx="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EA-4818-BCB4-2D3069CEE1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19382016"/>
        <c:axId val="119385088"/>
      </c:barChart>
      <c:catAx>
        <c:axId val="1193820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cs typeface="+mn-cs"/>
                <a:sym typeface="汉仪旗黑 55简" panose="00020600040101010101" pitchFamily="18" charset="-122"/>
              </a:defRPr>
            </a:pPr>
            <a:endParaRPr lang="zh-CN"/>
          </a:p>
        </c:txPr>
        <c:crossAx val="119385088"/>
        <c:crosses val="autoZero"/>
        <c:auto val="1"/>
        <c:lblAlgn val="ctr"/>
        <c:lblOffset val="100"/>
        <c:noMultiLvlLbl val="0"/>
      </c:catAx>
      <c:valAx>
        <c:axId val="119385088"/>
        <c:scaling>
          <c:orientation val="minMax"/>
          <c:max val="100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cs typeface="+mn-cs"/>
                <a:sym typeface="汉仪旗黑 55简" panose="00020600040101010101" pitchFamily="18" charset="-122"/>
              </a:defRPr>
            </a:pPr>
            <a:endParaRPr lang="zh-CN"/>
          </a:p>
        </c:txPr>
        <c:crossAx val="119382016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1400">
          <a:solidFill>
            <a:schemeClr val="bg1">
              <a:lumMod val="50000"/>
            </a:schemeClr>
          </a:solidFill>
          <a:latin typeface="汉仪旗黑 55简" panose="00020600040101010101" pitchFamily="18" charset="-122"/>
          <a:ea typeface="汉仪旗黑 55简" panose="00020600040101010101" pitchFamily="18" charset="-122"/>
          <a:sym typeface="汉仪旗黑 55简" panose="00020600040101010101" pitchFamily="18" charset="-122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3D999-399E-EB4F-98E6-08DBF15B69D3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A16FB-0A03-0445-8DA5-63DF15F76E3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2419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A16FB-0A03-0445-8DA5-63DF15F76E36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7460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A16FB-0A03-0445-8DA5-63DF15F76E36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2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A16FB-0A03-0445-8DA5-63DF15F76E36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9640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A9857C-728E-5FC1-B3F1-6ED0E5F26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7F9544-838A-4624-BD52-231A63D62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C01F18-4C0E-F6CE-4C1E-DE15105AD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24A16B-B307-90B5-DA66-08ADC6F1E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3C2A10-B8AE-BFB0-0773-1DBB45366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5595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DCB1CB-90BE-936C-D9B1-F9D9E7E2A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D97BC1-3658-7FC5-53DC-CF1F3676F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B6EF35-47BE-AA04-5748-08D5E03CB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D75838-268F-E1B4-36A0-531D6E526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DBC0B-ED42-CF4B-B697-E830D2B1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531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F2773-B232-92A7-04DC-261FAA656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3D3283-C676-B659-C254-92F17621E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54CE1B-E913-2CF4-FE08-9602B6A9C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1E9FF8-0029-E97E-E4AB-344218954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2B84A7-8DA0-6198-77D0-5AEE42E8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051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ADC5FF-C743-95D1-D547-2250158C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C23CB2-F6B1-B26B-CDF8-1FE7E785F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6C4816-5357-77F7-2A33-F977570E8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70A2AB-7786-9A8A-7EBB-ED070F0F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2EB03B-AE7D-73B5-E638-16E6A800C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A821EB-21E3-D0F2-CE5F-7B89FB85B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0523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76C47D-0290-43F2-9168-EF521FFF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F5155A-8D31-E76F-02D4-72706148B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CE6EF6-7162-2B54-D3B8-3FBC8BB0B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D4DD03-E757-E83E-EA5F-1D047C322C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9CCBE0-C39D-5890-4DE2-034EA91DF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323A263-2F51-7082-C944-C4A9B860C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39CE6B-1F61-87EF-7E95-ED709F20C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A48083D-C27A-0E6F-E193-5888C8966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427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184293-C34D-9D9A-FFFF-ED27FD8DF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2D095DD-E7A7-176C-D85B-43033401B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FA43F1-61EE-F47A-2574-578F862A3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FFA7AA-E019-0F96-65B8-5F0B8177E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0268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AE3140-DAEF-8A8A-980B-D2F7474B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48ED03-9B82-9312-F0BE-73B5C046F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7593BD-F61B-AF9A-49C9-0B636E09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355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E0E42-A961-963D-90E4-202EBFC68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37ADBE-A375-F386-4578-DD49C27EB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F155AB-28E1-4FE4-13B9-393C15C30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B45DF2-61E1-84EB-D57A-AEE91D642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C20BF5-9D41-C657-10AC-DCE72673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D866B6-1293-2546-B42E-8ABA6B29E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70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39BEA2-55CE-F2DE-AEF0-7B4036EB7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3A6D1B-A955-B3F7-F392-7FCA427D3E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875CA6-0778-B971-8CAA-54EC44F27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9C39D9-4AF3-6D3C-F786-4F37626D2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81FADF-726A-E74D-DF9D-C2C070858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FC25D0-4BB5-D0A1-F387-140CECDF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1126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B8CBA-B829-C26D-7B1B-1982E51EF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0FA99-D64A-B6C2-46D3-DCCB8395F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C2A8B7-7B3D-EF57-DE2C-56763CF8E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2D847C-1BDF-228E-410A-88FEC810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57AC20-D16B-9EA3-6A0A-4CAA2CB18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6145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37E7D8-F185-F506-2C71-DFF49490B5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B87CC7-FE5E-B1A0-AB4B-CE9891A7A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64C23-D533-B380-3D1B-FBE0C4DB5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5B427D-CB0A-D0FA-5DFF-E699168D2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1503D1-454D-5676-C600-54A723F4E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154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C0BD74-4CAB-2723-0135-493090D49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9AAABF-1CF1-84CA-FC63-AA8743FA0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010CB0-1587-CCBC-A0B3-85F6922F1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A12A9-B6D7-F64D-98C6-0215C02F6404}" type="datetimeFigureOut">
              <a:rPr kumimoji="1" lang="zh-CN" altLang="en-US" smtClean="0"/>
              <a:t>2026/6/16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406191-0076-7BD0-4EAC-5F72A48CC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05A556-7634-060D-B34C-70497F5EDA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558E8-3CC9-D149-A305-B383C6FECF6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790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image" Target="../media/image2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jpeg"/><Relationship Id="rId11" Type="http://schemas.microsoft.com/office/2007/relationships/hdphoto" Target="../media/hdphoto1.wdp"/><Relationship Id="rId5" Type="http://schemas.openxmlformats.org/officeDocument/2006/relationships/notesSlide" Target="../notesSlides/notesSlide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6.xml"/><Relationship Id="rId7" Type="http://schemas.openxmlformats.org/officeDocument/2006/relationships/image" Target="../media/image2.sv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2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9.xml"/><Relationship Id="rId7" Type="http://schemas.openxmlformats.org/officeDocument/2006/relationships/image" Target="../media/image6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2.svg"/><Relationship Id="rId5" Type="http://schemas.openxmlformats.org/officeDocument/2006/relationships/image" Target="../media/image1.jpeg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2.xml"/><Relationship Id="rId9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tags" Target="../tags/tag12.xml"/><Relationship Id="rId7" Type="http://schemas.openxmlformats.org/officeDocument/2006/relationships/image" Target="../media/image3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2.sv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tags" Target="../tags/tag15.xml"/><Relationship Id="rId7" Type="http://schemas.openxmlformats.org/officeDocument/2006/relationships/image" Target="../media/image3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2.sv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7" Type="http://schemas.openxmlformats.org/officeDocument/2006/relationships/image" Target="../media/image3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2.sv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tags" Target="../tags/tag21.xml"/><Relationship Id="rId7" Type="http://schemas.openxmlformats.org/officeDocument/2006/relationships/image" Target="../media/image3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2.sv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24.xml"/><Relationship Id="rId7" Type="http://schemas.openxmlformats.org/officeDocument/2006/relationships/image" Target="../media/image6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2.svg"/><Relationship Id="rId5" Type="http://schemas.openxmlformats.org/officeDocument/2006/relationships/image" Target="../media/image1.jpeg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2.xml"/><Relationship Id="rId9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3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2.sv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tags" Target="../tags/tag30.xml"/><Relationship Id="rId7" Type="http://schemas.openxmlformats.org/officeDocument/2006/relationships/image" Target="../media/image3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2.sv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33.xml"/><Relationship Id="rId7" Type="http://schemas.openxmlformats.org/officeDocument/2006/relationships/image" Target="../media/image2.sv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1.jpeg"/><Relationship Id="rId11" Type="http://schemas.microsoft.com/office/2007/relationships/hdphoto" Target="../media/hdphoto1.wdp"/><Relationship Id="rId5" Type="http://schemas.openxmlformats.org/officeDocument/2006/relationships/notesSlide" Target="../notesSlides/notesSlide3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bigonion\Desktop/SlideLabTools/tempfile/13.png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bigonion\Desktop/SlideLabTools/tempfile/14.png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bigonion\Desktop/SlideLabTools/tempfile/15.png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bigonion\Desktop/SlideLabTools/tempfile/16.png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bigonion\Desktop/SlideLabTools/tempfile/17.png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bigonion\Desktop/SlideLabTools/tempfile/18.png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bigonion\Desktop/SlideLabTools/tempfile/19.png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bigonion\Desktop/SlideLabTools/tempfile/20.png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bigonion\Desktop/SlideLabTools/tempfile/21.png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bigonion\Desktop/SlideLabTools/tempfile/22.png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bigonion\Desktop/SlideLabTools/tempfile/23.png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演示研究所 SlideLab.cc" descr="免费 城市建筑 素材图片">
            <a:extLst>
              <a:ext uri="{FF2B5EF4-FFF2-40B4-BE49-F238E27FC236}">
                <a16:creationId xmlns:a16="http://schemas.microsoft.com/office/drawing/2014/main" id="{3F6DD34B-BDE7-2412-A926-083413A7A6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-139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4C5E303D-4D7A-6286-0F16-D5A92B6852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141876A0-052F-EC2D-E62D-49887B317F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4927453"/>
            <a:ext cx="12192000" cy="1930545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5" name="演示研究所 SlideLab.cc">
            <a:extLst>
              <a:ext uri="{FF2B5EF4-FFF2-40B4-BE49-F238E27FC236}">
                <a16:creationId xmlns:a16="http://schemas.microsoft.com/office/drawing/2014/main" id="{44BD4B6C-6F97-3072-0E21-F3A5B8BB0B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4038600"/>
            <a:ext cx="5867400" cy="2819400"/>
          </a:xfrm>
          <a:prstGeom prst="rect">
            <a:avLst/>
          </a:prstGeom>
        </p:spPr>
      </p:pic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6CD53EAA-BEB1-4613-E508-D12870D880BE}"/>
              </a:ext>
            </a:extLst>
          </p:cNvPr>
          <p:cNvSpPr txBox="1"/>
          <p:nvPr/>
        </p:nvSpPr>
        <p:spPr>
          <a:xfrm>
            <a:off x="833609" y="1730059"/>
            <a:ext cx="10310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r>
              <a:rPr lang="zh-CN" altLang="en-US" sz="7200" b="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不忘初心</a:t>
            </a:r>
            <a:r>
              <a:rPr lang="en-US" altLang="zh-CN" sz="7200" b="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 </a:t>
            </a:r>
            <a:r>
              <a:rPr lang="zh-CN" altLang="en-US" sz="7200" b="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砥砺前行</a:t>
            </a:r>
          </a:p>
        </p:txBody>
      </p:sp>
      <p:grpSp>
        <p:nvGrpSpPr>
          <p:cNvPr id="40" name="演示研究所 SlideLab.cc">
            <a:extLst>
              <a:ext uri="{FF2B5EF4-FFF2-40B4-BE49-F238E27FC236}">
                <a16:creationId xmlns:a16="http://schemas.microsoft.com/office/drawing/2014/main" id="{E230BA07-1E45-A509-DFCA-BB008210602E}"/>
              </a:ext>
            </a:extLst>
          </p:cNvPr>
          <p:cNvGrpSpPr/>
          <p:nvPr/>
        </p:nvGrpSpPr>
        <p:grpSpPr>
          <a:xfrm>
            <a:off x="10208305" y="509641"/>
            <a:ext cx="1208405" cy="272415"/>
            <a:chOff x="1218164" y="3796625"/>
            <a:chExt cx="1208405" cy="272415"/>
          </a:xfrm>
        </p:grpSpPr>
        <p:sp>
          <p:nvSpPr>
            <p:cNvPr id="25" name="演示研究所 SlideLab.cc">
              <a:extLst>
                <a:ext uri="{FF2B5EF4-FFF2-40B4-BE49-F238E27FC236}">
                  <a16:creationId xmlns:a16="http://schemas.microsoft.com/office/drawing/2014/main" id="{57FBB572-F985-A2D4-506F-9F1590D484C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6" name="演示研究所 SlideLab.cc">
              <a:extLst>
                <a:ext uri="{FF2B5EF4-FFF2-40B4-BE49-F238E27FC236}">
                  <a16:creationId xmlns:a16="http://schemas.microsoft.com/office/drawing/2014/main" id="{32252901-0F5E-2F95-F8BB-7D67BA0B25D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7" name="演示研究所 SlideLab.cc">
              <a:extLst>
                <a:ext uri="{FF2B5EF4-FFF2-40B4-BE49-F238E27FC236}">
                  <a16:creationId xmlns:a16="http://schemas.microsoft.com/office/drawing/2014/main" id="{AB3E5D02-11FB-7BFD-9792-5C0F481560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pic>
        <p:nvPicPr>
          <p:cNvPr id="28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2A5B43A2-9726-5883-E375-36A4AFBFABF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452" y="1430952"/>
            <a:ext cx="6858000" cy="2580640"/>
          </a:xfrm>
          <a:prstGeom prst="rect">
            <a:avLst/>
          </a:prstGeom>
        </p:spPr>
      </p:pic>
      <p:grpSp>
        <p:nvGrpSpPr>
          <p:cNvPr id="36" name="演示研究所 SlideLab.cc">
            <a:extLst>
              <a:ext uri="{FF2B5EF4-FFF2-40B4-BE49-F238E27FC236}">
                <a16:creationId xmlns:a16="http://schemas.microsoft.com/office/drawing/2014/main" id="{E5FC4634-74C7-8DBF-1285-A6DC87565A6F}"/>
              </a:ext>
            </a:extLst>
          </p:cNvPr>
          <p:cNvGrpSpPr/>
          <p:nvPr/>
        </p:nvGrpSpPr>
        <p:grpSpPr>
          <a:xfrm>
            <a:off x="6539566" y="3176986"/>
            <a:ext cx="1882755" cy="467458"/>
            <a:chOff x="9322591" y="4074802"/>
            <a:chExt cx="1882755" cy="467458"/>
          </a:xfrm>
        </p:grpSpPr>
        <p:sp>
          <p:nvSpPr>
            <p:cNvPr id="37" name="演示研究所 SlideLab.cc">
              <a:extLst>
                <a:ext uri="{FF2B5EF4-FFF2-40B4-BE49-F238E27FC236}">
                  <a16:creationId xmlns:a16="http://schemas.microsoft.com/office/drawing/2014/main" id="{D07230F6-0F4A-0B7F-03ED-8FAE7C8BF630}"/>
                </a:ext>
              </a:extLst>
            </p:cNvPr>
            <p:cNvSpPr/>
            <p:nvPr/>
          </p:nvSpPr>
          <p:spPr>
            <a:xfrm rot="16200000" flipH="1">
              <a:off x="10030240" y="3367153"/>
              <a:ext cx="467458" cy="1882755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>
                <a:solidFill>
                  <a:srgbClr val="040D2B"/>
                </a:solidFill>
                <a:cs typeface="汉仪旗黑X1-55W" panose="00020600040101010101" pitchFamily="18" charset="-122"/>
              </a:endParaRPr>
            </a:p>
          </p:txBody>
        </p:sp>
        <p:sp>
          <p:nvSpPr>
            <p:cNvPr id="38" name="演示研究所 SlideLab.cc">
              <a:extLst>
                <a:ext uri="{FF2B5EF4-FFF2-40B4-BE49-F238E27FC236}">
                  <a16:creationId xmlns:a16="http://schemas.microsoft.com/office/drawing/2014/main" id="{E3D860E3-9D45-0BDE-77B7-D32FE036E126}"/>
                </a:ext>
              </a:extLst>
            </p:cNvPr>
            <p:cNvSpPr txBox="1"/>
            <p:nvPr/>
          </p:nvSpPr>
          <p:spPr>
            <a:xfrm>
              <a:off x="9471678" y="4139957"/>
              <a:ext cx="1516566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ln w="6350">
                    <a:noFill/>
                  </a:ln>
                  <a:solidFill>
                    <a:srgbClr val="8A030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汉仪旗黑X1-55W" panose="00020600040101010101" pitchFamily="18" charset="-122"/>
                  <a:sym typeface="汉仪旗黑X1-55W" panose="00020600040101010101" pitchFamily="18" charset="-122"/>
                </a:rPr>
                <a:t>演示研究所</a:t>
              </a:r>
            </a:p>
          </p:txBody>
        </p:sp>
      </p:grpSp>
      <p:sp>
        <p:nvSpPr>
          <p:cNvPr id="39" name="演示研究所 SlideLab.cc">
            <a:extLst>
              <a:ext uri="{FF2B5EF4-FFF2-40B4-BE49-F238E27FC236}">
                <a16:creationId xmlns:a16="http://schemas.microsoft.com/office/drawing/2014/main" id="{4789CB8E-1D3E-DC60-50A4-805ABD1FFB56}"/>
              </a:ext>
            </a:extLst>
          </p:cNvPr>
          <p:cNvSpPr txBox="1"/>
          <p:nvPr/>
        </p:nvSpPr>
        <p:spPr>
          <a:xfrm>
            <a:off x="899682" y="3835957"/>
            <a:ext cx="5424918" cy="703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  <a:cs typeface="汉仪旗黑X1-55W" panose="00020600040101010101" pitchFamily="18" charset="-122"/>
                <a:sym typeface="汉仪旗黑X1-55W" panose="00020600040101010101" pitchFamily="18" charset="-122"/>
              </a:rPr>
              <a:t>单击此处输入你的正文，文字是您思想的提炼，为了最终演示发布的良好效果，请尽量言简意赅的阐述观点</a:t>
            </a:r>
          </a:p>
        </p:txBody>
      </p:sp>
      <p:pic>
        <p:nvPicPr>
          <p:cNvPr id="41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10382F36-9D91-E8F1-E10C-ED56A74C716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9863272" y="2494062"/>
            <a:ext cx="1709904" cy="1200330"/>
          </a:xfrm>
          <a:prstGeom prst="rect">
            <a:avLst/>
          </a:prstGeom>
        </p:spPr>
      </p:pic>
      <p:sp>
        <p:nvSpPr>
          <p:cNvPr id="43" name="演示研究所 SlideLab.cc">
            <a:extLst>
              <a:ext uri="{FF2B5EF4-FFF2-40B4-BE49-F238E27FC236}">
                <a16:creationId xmlns:a16="http://schemas.microsoft.com/office/drawing/2014/main" id="{5F62CDEA-2BA4-5E62-394C-158837E9A48B}"/>
              </a:ext>
            </a:extLst>
          </p:cNvPr>
          <p:cNvSpPr txBox="1"/>
          <p:nvPr/>
        </p:nvSpPr>
        <p:spPr>
          <a:xfrm>
            <a:off x="899682" y="558033"/>
            <a:ext cx="2083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YOUR LOGO</a:t>
            </a:r>
            <a:endParaRPr kumimoji="1" lang="zh-CN" altLang="en-US" b="1" dirty="0">
              <a:gradFill flip="none" rotWithShape="1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4800000" scaled="0"/>
                <a:tileRect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pic>
        <p:nvPicPr>
          <p:cNvPr id="45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16482CCF-81C9-2BFA-8C2F-67953089336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519" y="3095853"/>
            <a:ext cx="2915740" cy="1097182"/>
          </a:xfrm>
          <a:prstGeom prst="rect">
            <a:avLst/>
          </a:prstGeom>
        </p:spPr>
      </p:pic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99C75111-3F81-365B-8343-EC1A5F716746}"/>
              </a:ext>
            </a:extLst>
          </p:cNvPr>
          <p:cNvSpPr txBox="1"/>
          <p:nvPr/>
        </p:nvSpPr>
        <p:spPr>
          <a:xfrm>
            <a:off x="833609" y="3095978"/>
            <a:ext cx="7797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b="1" dirty="0">
                <a:gradFill>
                  <a:gsLst>
                    <a:gs pos="0">
                      <a:schemeClr val="bg1"/>
                    </a:gs>
                    <a:gs pos="98000">
                      <a:schemeClr val="accent2">
                        <a:lumMod val="60000"/>
                        <a:lumOff val="40000"/>
                        <a:alpha val="92769"/>
                      </a:schemeClr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党政风工作汇报</a:t>
            </a:r>
            <a:r>
              <a:rPr kumimoji="1" lang="en-US" altLang="zh-CN" sz="3600" b="1" dirty="0">
                <a:gradFill>
                  <a:gsLst>
                    <a:gs pos="0">
                      <a:schemeClr val="bg1"/>
                    </a:gs>
                    <a:gs pos="98000">
                      <a:schemeClr val="accent2">
                        <a:lumMod val="60000"/>
                        <a:lumOff val="40000"/>
                        <a:alpha val="92769"/>
                      </a:schemeClr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PPT</a:t>
            </a:r>
            <a:r>
              <a:rPr kumimoji="1" lang="zh-CN" altLang="en-US" sz="3600" b="1" dirty="0">
                <a:gradFill>
                  <a:gsLst>
                    <a:gs pos="0">
                      <a:schemeClr val="bg1"/>
                    </a:gs>
                    <a:gs pos="98000">
                      <a:schemeClr val="accent2">
                        <a:lumMod val="60000"/>
                        <a:lumOff val="40000"/>
                        <a:alpha val="92769"/>
                      </a:schemeClr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模板</a:t>
            </a:r>
          </a:p>
        </p:txBody>
      </p:sp>
    </p:spTree>
    <p:extLst>
      <p:ext uri="{BB962C8B-B14F-4D97-AF65-F5344CB8AC3E}">
        <p14:creationId xmlns:p14="http://schemas.microsoft.com/office/powerpoint/2010/main" val="2843197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演示研究所 SlideLab.cc" descr="免费 城市建筑 素材图片">
            <a:extLst>
              <a:ext uri="{FF2B5EF4-FFF2-40B4-BE49-F238E27FC236}">
                <a16:creationId xmlns:a16="http://schemas.microsoft.com/office/drawing/2014/main" id="{B5A6496D-E9CC-918C-1E6E-84738306DC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199101D4-A5F4-DA87-CE37-0921F339FC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演示研究所 SlideLab.cc">
            <a:extLst>
              <a:ext uri="{FF2B5EF4-FFF2-40B4-BE49-F238E27FC236}">
                <a16:creationId xmlns:a16="http://schemas.microsoft.com/office/drawing/2014/main" id="{5756D49E-B239-7D8D-8A5C-80A3BB045C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5423338"/>
            <a:ext cx="12192000" cy="143466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a16:creationId xmlns:a16="http://schemas.microsoft.com/office/drawing/2014/main" id="{2D6F96E0-0FFC-C143-1584-14D7D4FB5F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>
            <a:off x="0" y="-1"/>
            <a:ext cx="12192000" cy="162910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sp>
        <p:nvSpPr>
          <p:cNvPr id="10" name="演示研究所 SlideLab.cc">
            <a:extLst>
              <a:ext uri="{FF2B5EF4-FFF2-40B4-BE49-F238E27FC236}">
                <a16:creationId xmlns:a16="http://schemas.microsoft.com/office/drawing/2014/main" id="{D7597F7A-18BA-A7C9-E57E-6E479BAC5ACF}"/>
              </a:ext>
            </a:extLst>
          </p:cNvPr>
          <p:cNvSpPr txBox="1"/>
          <p:nvPr/>
        </p:nvSpPr>
        <p:spPr>
          <a:xfrm>
            <a:off x="1233796" y="2458519"/>
            <a:ext cx="34020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pPr algn="ctr"/>
            <a:r>
              <a:rPr lang="zh-CN" altLang="en-US" sz="72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目录</a:t>
            </a:r>
          </a:p>
        </p:txBody>
      </p:sp>
      <p:pic>
        <p:nvPicPr>
          <p:cNvPr id="11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B11A2F9B-BC3A-541B-CC55-98F1AD35791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31" y="2722796"/>
            <a:ext cx="3812591" cy="1434664"/>
          </a:xfrm>
          <a:prstGeom prst="rect">
            <a:avLst/>
          </a:prstGeom>
        </p:spPr>
      </p:pic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57A13952-68D8-4951-5612-032977862D8A}"/>
              </a:ext>
            </a:extLst>
          </p:cNvPr>
          <p:cNvSpPr txBox="1"/>
          <p:nvPr/>
        </p:nvSpPr>
        <p:spPr>
          <a:xfrm>
            <a:off x="513880" y="3501475"/>
            <a:ext cx="48418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pPr algn="ctr"/>
            <a:r>
              <a:rPr lang="en-US" altLang="zh-CN" sz="54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CONTENTS</a:t>
            </a:r>
            <a:endParaRPr lang="zh-CN" altLang="en-US" sz="5400" dirty="0">
              <a:gradFill>
                <a:gsLst>
                  <a:gs pos="0">
                    <a:schemeClr val="bg1"/>
                  </a:gs>
                  <a:gs pos="99000">
                    <a:schemeClr val="accent2"/>
                  </a:gs>
                </a:gsLst>
                <a:lin ang="48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095012C6-EEF4-043E-BE7B-AD6CC2567367}"/>
              </a:ext>
            </a:extLst>
          </p:cNvPr>
          <p:cNvSpPr/>
          <p:nvPr/>
        </p:nvSpPr>
        <p:spPr>
          <a:xfrm>
            <a:off x="6598677" y="1693419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01</a:t>
            </a:r>
            <a:endParaRPr lang="zh-CN" altLang="en-US" b="1" dirty="0">
              <a:solidFill>
                <a:srgbClr val="8A03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+mn-lt"/>
            </a:endParaRPr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BDE0B2B0-3B11-F625-2996-B7DADC99321D}"/>
              </a:ext>
            </a:extLst>
          </p:cNvPr>
          <p:cNvSpPr/>
          <p:nvPr/>
        </p:nvSpPr>
        <p:spPr>
          <a:xfrm>
            <a:off x="6598677" y="2792224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02</a:t>
            </a:r>
            <a:endParaRPr lang="zh-CN" altLang="en-US" b="1" dirty="0">
              <a:solidFill>
                <a:srgbClr val="8A03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+mn-lt"/>
            </a:endParaRPr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FF96411B-8ED8-9E03-4A0F-2DFC0E565BCC}"/>
              </a:ext>
            </a:extLst>
          </p:cNvPr>
          <p:cNvSpPr/>
          <p:nvPr/>
        </p:nvSpPr>
        <p:spPr>
          <a:xfrm>
            <a:off x="6598677" y="3891029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03</a:t>
            </a:r>
            <a:endParaRPr lang="zh-CN" altLang="en-US" b="1" dirty="0">
              <a:solidFill>
                <a:srgbClr val="8A03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+mn-lt"/>
            </a:endParaRPr>
          </a:p>
        </p:txBody>
      </p:sp>
      <p:sp>
        <p:nvSpPr>
          <p:cNvPr id="17" name="演示研究所 SlideLab.cc">
            <a:extLst>
              <a:ext uri="{FF2B5EF4-FFF2-40B4-BE49-F238E27FC236}">
                <a16:creationId xmlns:a16="http://schemas.microsoft.com/office/drawing/2014/main" id="{F003331F-F08B-D46B-4853-2AD4098707F7}"/>
              </a:ext>
            </a:extLst>
          </p:cNvPr>
          <p:cNvSpPr/>
          <p:nvPr/>
        </p:nvSpPr>
        <p:spPr>
          <a:xfrm>
            <a:off x="6598677" y="4989833"/>
            <a:ext cx="702894" cy="702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en-US" altLang="zh-CN" b="1" dirty="0">
                <a:solidFill>
                  <a:srgbClr val="8A03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04</a:t>
            </a:r>
            <a:endParaRPr lang="zh-CN" altLang="en-US" b="1" dirty="0">
              <a:solidFill>
                <a:srgbClr val="8A03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+mn-lt"/>
            </a:endParaRPr>
          </a:p>
        </p:txBody>
      </p:sp>
      <p:sp>
        <p:nvSpPr>
          <p:cNvPr id="18" name="演示研究所 SlideLab.cc">
            <a:extLst>
              <a:ext uri="{FF2B5EF4-FFF2-40B4-BE49-F238E27FC236}">
                <a16:creationId xmlns:a16="http://schemas.microsoft.com/office/drawing/2014/main" id="{EB0844D2-EE1E-85EE-BB6F-FB836CCAB17A}"/>
              </a:ext>
            </a:extLst>
          </p:cNvPr>
          <p:cNvSpPr/>
          <p:nvPr/>
        </p:nvSpPr>
        <p:spPr>
          <a:xfrm>
            <a:off x="7469601" y="2090767"/>
            <a:ext cx="3286221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</a:rPr>
              <a:t>Lorem ipsum dolor sit amet, consectetuer </a:t>
            </a:r>
          </a:p>
        </p:txBody>
      </p:sp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05A62A4F-194A-4C01-5C65-3F554D181D62}"/>
              </a:ext>
            </a:extLst>
          </p:cNvPr>
          <p:cNvSpPr txBox="1"/>
          <p:nvPr/>
        </p:nvSpPr>
        <p:spPr>
          <a:xfrm>
            <a:off x="7469601" y="1629102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Sans Demibold" pitchFamily="2" charset="-122"/>
                <a:ea typeface="MiSans Demibold" pitchFamily="2" charset="-122"/>
              </a:rPr>
              <a:t>添加您的文字内容</a:t>
            </a:r>
          </a:p>
        </p:txBody>
      </p: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90A23731-6832-2F63-82D0-395674F64782}"/>
              </a:ext>
            </a:extLst>
          </p:cNvPr>
          <p:cNvSpPr/>
          <p:nvPr/>
        </p:nvSpPr>
        <p:spPr>
          <a:xfrm>
            <a:off x="7469601" y="3231827"/>
            <a:ext cx="3286221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</a:rPr>
              <a:t>Lorem ipsum dolor sit amet, consectetuer </a:t>
            </a:r>
          </a:p>
        </p:txBody>
      </p:sp>
      <p:sp>
        <p:nvSpPr>
          <p:cNvPr id="21" name="演示研究所 SlideLab.cc">
            <a:extLst>
              <a:ext uri="{FF2B5EF4-FFF2-40B4-BE49-F238E27FC236}">
                <a16:creationId xmlns:a16="http://schemas.microsoft.com/office/drawing/2014/main" id="{AAF91FD0-5A61-DD62-4A1E-83B6E9AFD294}"/>
              </a:ext>
            </a:extLst>
          </p:cNvPr>
          <p:cNvSpPr txBox="1"/>
          <p:nvPr/>
        </p:nvSpPr>
        <p:spPr>
          <a:xfrm>
            <a:off x="7469601" y="2770162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Sans Demibold" pitchFamily="2" charset="-122"/>
                <a:ea typeface="MiSans Demibold" pitchFamily="2" charset="-122"/>
              </a:rPr>
              <a:t>添加您的文字内容</a:t>
            </a:r>
          </a:p>
        </p:txBody>
      </p:sp>
      <p:sp>
        <p:nvSpPr>
          <p:cNvPr id="22" name="演示研究所 SlideLab.cc">
            <a:extLst>
              <a:ext uri="{FF2B5EF4-FFF2-40B4-BE49-F238E27FC236}">
                <a16:creationId xmlns:a16="http://schemas.microsoft.com/office/drawing/2014/main" id="{3960642E-36CC-D8D9-A972-B645580607FD}"/>
              </a:ext>
            </a:extLst>
          </p:cNvPr>
          <p:cNvSpPr/>
          <p:nvPr/>
        </p:nvSpPr>
        <p:spPr>
          <a:xfrm>
            <a:off x="7469601" y="4334806"/>
            <a:ext cx="3286221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</a:rPr>
              <a:t>Lorem ipsum dolor sit amet, consectetuer </a:t>
            </a:r>
          </a:p>
        </p:txBody>
      </p:sp>
      <p:sp>
        <p:nvSpPr>
          <p:cNvPr id="23" name="演示研究所 SlideLab.cc">
            <a:extLst>
              <a:ext uri="{FF2B5EF4-FFF2-40B4-BE49-F238E27FC236}">
                <a16:creationId xmlns:a16="http://schemas.microsoft.com/office/drawing/2014/main" id="{5A43FF60-AE2D-BC45-1579-999433143E25}"/>
              </a:ext>
            </a:extLst>
          </p:cNvPr>
          <p:cNvSpPr txBox="1"/>
          <p:nvPr/>
        </p:nvSpPr>
        <p:spPr>
          <a:xfrm>
            <a:off x="7469601" y="3873141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Sans Demibold" pitchFamily="2" charset="-122"/>
                <a:ea typeface="MiSans Demibold" pitchFamily="2" charset="-122"/>
              </a:rPr>
              <a:t>添加您的文字内容</a:t>
            </a:r>
          </a:p>
        </p:txBody>
      </p:sp>
      <p:sp>
        <p:nvSpPr>
          <p:cNvPr id="24" name="演示研究所 SlideLab.cc">
            <a:extLst>
              <a:ext uri="{FF2B5EF4-FFF2-40B4-BE49-F238E27FC236}">
                <a16:creationId xmlns:a16="http://schemas.microsoft.com/office/drawing/2014/main" id="{E4B8E5F0-0FCE-9180-F2A0-498737ADDF58}"/>
              </a:ext>
            </a:extLst>
          </p:cNvPr>
          <p:cNvSpPr/>
          <p:nvPr/>
        </p:nvSpPr>
        <p:spPr>
          <a:xfrm>
            <a:off x="7469601" y="5442625"/>
            <a:ext cx="3286221" cy="276999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12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</a:rPr>
              <a:t>Lorem ipsum dolor sit amet, consectetuer </a:t>
            </a:r>
          </a:p>
        </p:txBody>
      </p:sp>
      <p:sp>
        <p:nvSpPr>
          <p:cNvPr id="25" name="演示研究所 SlideLab.cc">
            <a:extLst>
              <a:ext uri="{FF2B5EF4-FFF2-40B4-BE49-F238E27FC236}">
                <a16:creationId xmlns:a16="http://schemas.microsoft.com/office/drawing/2014/main" id="{84C4D5F2-1C3F-1340-59AA-3569620888E6}"/>
              </a:ext>
            </a:extLst>
          </p:cNvPr>
          <p:cNvSpPr txBox="1"/>
          <p:nvPr/>
        </p:nvSpPr>
        <p:spPr>
          <a:xfrm>
            <a:off x="7469601" y="4980960"/>
            <a:ext cx="2746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00000">
                      <a:srgbClr val="3E4EA3"/>
                    </a:gs>
                    <a:gs pos="0">
                      <a:srgbClr val="19ACE8"/>
                    </a:gs>
                  </a:gsLst>
                  <a:lin ang="189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zh-CN" altLang="en-US" sz="2400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MiSans Demibold" pitchFamily="2" charset="-122"/>
                <a:ea typeface="MiSans Demibold" pitchFamily="2" charset="-122"/>
              </a:rPr>
              <a:t>添加您的文字内容</a:t>
            </a:r>
          </a:p>
        </p:txBody>
      </p:sp>
      <p:pic>
        <p:nvPicPr>
          <p:cNvPr id="29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DF654DA1-4AB8-9DFD-94A0-655CA71C5F9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4171627" y="1710758"/>
            <a:ext cx="1709904" cy="1200330"/>
          </a:xfrm>
          <a:prstGeom prst="rect">
            <a:avLst/>
          </a:prstGeom>
        </p:spPr>
      </p:pic>
      <p:grpSp>
        <p:nvGrpSpPr>
          <p:cNvPr id="30" name="演示研究所 SlideLab.cc">
            <a:extLst>
              <a:ext uri="{FF2B5EF4-FFF2-40B4-BE49-F238E27FC236}">
                <a16:creationId xmlns:a16="http://schemas.microsoft.com/office/drawing/2014/main" id="{A07D792F-1E28-2AA7-3F38-5F07FF59DACF}"/>
              </a:ext>
            </a:extLst>
          </p:cNvPr>
          <p:cNvGrpSpPr/>
          <p:nvPr/>
        </p:nvGrpSpPr>
        <p:grpSpPr>
          <a:xfrm>
            <a:off x="2330622" y="4428717"/>
            <a:ext cx="1208405" cy="272415"/>
            <a:chOff x="1218164" y="3796625"/>
            <a:chExt cx="1208405" cy="272415"/>
          </a:xfrm>
        </p:grpSpPr>
        <p:sp>
          <p:nvSpPr>
            <p:cNvPr id="31" name="演示研究所 SlideLab.cc">
              <a:extLst>
                <a:ext uri="{FF2B5EF4-FFF2-40B4-BE49-F238E27FC236}">
                  <a16:creationId xmlns:a16="http://schemas.microsoft.com/office/drawing/2014/main" id="{3F008B48-0687-F437-3B33-2CBF18C5CD23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2" name="演示研究所 SlideLab.cc">
              <a:extLst>
                <a:ext uri="{FF2B5EF4-FFF2-40B4-BE49-F238E27FC236}">
                  <a16:creationId xmlns:a16="http://schemas.microsoft.com/office/drawing/2014/main" id="{1ED98534-47CB-8993-3E30-87FF03A2BC0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3" name="演示研究所 SlideLab.cc">
              <a:extLst>
                <a:ext uri="{FF2B5EF4-FFF2-40B4-BE49-F238E27FC236}">
                  <a16:creationId xmlns:a16="http://schemas.microsoft.com/office/drawing/2014/main" id="{6E21179D-DB9B-9640-E6D2-B2248F96844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7140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演示研究所 SlideLab.cc" descr="免费 城市建筑 素材图片">
            <a:extLst>
              <a:ext uri="{FF2B5EF4-FFF2-40B4-BE49-F238E27FC236}">
                <a16:creationId xmlns:a16="http://schemas.microsoft.com/office/drawing/2014/main" id="{E2DB0C06-9C3D-5E6A-556E-CED24D7F43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7399767A-9631-106E-4702-58DF479E2C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53166349-3ECE-D22C-9E72-4084789D07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35667"/>
          <a:stretch>
            <a:fillRect/>
          </a:stretch>
        </p:blipFill>
        <p:spPr>
          <a:xfrm rot="10800000" flipH="1">
            <a:off x="0" y="4547286"/>
            <a:ext cx="12192000" cy="231071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a16:creationId xmlns:a16="http://schemas.microsoft.com/office/drawing/2014/main" id="{79E1545E-6883-8557-DEE6-09ECCA296F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7654"/>
            <a:ext cx="4930346" cy="4930346"/>
          </a:xfrm>
          <a:prstGeom prst="rect">
            <a:avLst/>
          </a:prstGeom>
        </p:spPr>
      </p:pic>
      <p:pic>
        <p:nvPicPr>
          <p:cNvPr id="13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39F9796E-D96A-A437-C57B-24F2F82F48D2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9823279" y="400105"/>
            <a:ext cx="1709904" cy="1200330"/>
          </a:xfrm>
          <a:prstGeom prst="rect">
            <a:avLst/>
          </a:prstGeom>
        </p:spPr>
      </p:pic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CBB6F04A-A719-E9A0-41E2-F2F7CF8D1C2E}"/>
              </a:ext>
            </a:extLst>
          </p:cNvPr>
          <p:cNvSpPr txBox="1"/>
          <p:nvPr/>
        </p:nvSpPr>
        <p:spPr>
          <a:xfrm>
            <a:off x="7218375" y="2764743"/>
            <a:ext cx="4030327" cy="1026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您的内容打在这里，或者通过复制您的文本后，在此框中选择粘贴，并选择只保留文字。在此录入上述图表的综合描述说明。</a:t>
            </a:r>
          </a:p>
        </p:txBody>
      </p:sp>
      <p:grpSp>
        <p:nvGrpSpPr>
          <p:cNvPr id="16" name="演示研究所 SlideLab.cc">
            <a:extLst>
              <a:ext uri="{FF2B5EF4-FFF2-40B4-BE49-F238E27FC236}">
                <a16:creationId xmlns:a16="http://schemas.microsoft.com/office/drawing/2014/main" id="{C1D96F4A-6EAB-6603-AD2C-BAB3A4DCD14D}"/>
              </a:ext>
            </a:extLst>
          </p:cNvPr>
          <p:cNvGrpSpPr/>
          <p:nvPr/>
        </p:nvGrpSpPr>
        <p:grpSpPr>
          <a:xfrm>
            <a:off x="774235" y="481631"/>
            <a:ext cx="1208405" cy="272415"/>
            <a:chOff x="1218164" y="3796625"/>
            <a:chExt cx="1208405" cy="272415"/>
          </a:xfrm>
        </p:grpSpPr>
        <p:sp>
          <p:nvSpPr>
            <p:cNvPr id="17" name="演示研究所 SlideLab.cc">
              <a:extLst>
                <a:ext uri="{FF2B5EF4-FFF2-40B4-BE49-F238E27FC236}">
                  <a16:creationId xmlns:a16="http://schemas.microsoft.com/office/drawing/2014/main" id="{878BD27C-278C-67B7-608D-9D7A92A5121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8" name="演示研究所 SlideLab.cc">
              <a:extLst>
                <a:ext uri="{FF2B5EF4-FFF2-40B4-BE49-F238E27FC236}">
                  <a16:creationId xmlns:a16="http://schemas.microsoft.com/office/drawing/2014/main" id="{A51F5E6E-7344-29CB-74D6-C6FB96FC2C3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9" name="演示研究所 SlideLab.cc">
              <a:extLst>
                <a:ext uri="{FF2B5EF4-FFF2-40B4-BE49-F238E27FC236}">
                  <a16:creationId xmlns:a16="http://schemas.microsoft.com/office/drawing/2014/main" id="{7E257A03-7D18-BA91-3D19-6B0B134C407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720E03DA-E635-4B7A-90B1-EF55004F6E3E}"/>
              </a:ext>
            </a:extLst>
          </p:cNvPr>
          <p:cNvSpPr txBox="1"/>
          <p:nvPr/>
        </p:nvSpPr>
        <p:spPr>
          <a:xfrm>
            <a:off x="4201545" y="1934282"/>
            <a:ext cx="32268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800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01</a:t>
            </a:r>
          </a:p>
        </p:txBody>
      </p:sp>
      <p:pic>
        <p:nvPicPr>
          <p:cNvPr id="21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93C4CCEB-E439-3D4C-DAF2-AC6F2C39D62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317" y="1795186"/>
            <a:ext cx="3812591" cy="1434664"/>
          </a:xfrm>
          <a:prstGeom prst="rect">
            <a:avLst/>
          </a:prstGeom>
        </p:spPr>
      </p:pic>
      <p:pic>
        <p:nvPicPr>
          <p:cNvPr id="22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9CDD3E30-C9DC-5266-57E3-975CF618DAB2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4561350" y="4827071"/>
            <a:ext cx="1830592" cy="1285051"/>
          </a:xfrm>
          <a:prstGeom prst="rect">
            <a:avLst/>
          </a:prstGeom>
        </p:spPr>
      </p:pic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C7B8AB16-AC2A-CC77-95F6-74409F3B9A5E}"/>
              </a:ext>
            </a:extLst>
          </p:cNvPr>
          <p:cNvSpPr txBox="1"/>
          <p:nvPr/>
        </p:nvSpPr>
        <p:spPr>
          <a:xfrm flipH="1">
            <a:off x="7171043" y="1934281"/>
            <a:ext cx="35459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40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输入您的标题</a:t>
            </a:r>
          </a:p>
        </p:txBody>
      </p:sp>
    </p:spTree>
    <p:extLst>
      <p:ext uri="{BB962C8B-B14F-4D97-AF65-F5344CB8AC3E}">
        <p14:creationId xmlns:p14="http://schemas.microsoft.com/office/powerpoint/2010/main" val="584607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演示研究所 SlideLab.cc" descr="免费 城市建筑 素材图片">
            <a:extLst>
              <a:ext uri="{FF2B5EF4-FFF2-40B4-BE49-F238E27FC236}">
                <a16:creationId xmlns:a16="http://schemas.microsoft.com/office/drawing/2014/main" id="{549CC997-2B6B-1BCE-2E20-DA067A3F7E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94EFEA6D-7DBD-B99A-BCEB-8923F52A53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7" name="演示研究所 SlideLab.cc">
            <a:extLst>
              <a:ext uri="{FF2B5EF4-FFF2-40B4-BE49-F238E27FC236}">
                <a16:creationId xmlns:a16="http://schemas.microsoft.com/office/drawing/2014/main" id="{E8D24918-D01B-3DB8-F7E7-B001A96CE6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18" name="演示研究所 SlideLab.cc">
            <a:extLst>
              <a:ext uri="{FF2B5EF4-FFF2-40B4-BE49-F238E27FC236}">
                <a16:creationId xmlns:a16="http://schemas.microsoft.com/office/drawing/2014/main" id="{58DD8E98-859C-8E23-C90C-75C6B7F3F9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19" name="演示研究所 SlideLab.cc">
            <a:extLst>
              <a:ext uri="{FF2B5EF4-FFF2-40B4-BE49-F238E27FC236}">
                <a16:creationId xmlns:a16="http://schemas.microsoft.com/office/drawing/2014/main" id="{E7CF3CF0-4887-2B98-FBB8-01EF10ABC18C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20" name="演示研究所 SlideLab.cc">
              <a:extLst>
                <a:ext uri="{FF2B5EF4-FFF2-40B4-BE49-F238E27FC236}">
                  <a16:creationId xmlns:a16="http://schemas.microsoft.com/office/drawing/2014/main" id="{E8A05600-FCB0-9C94-5B6B-A3FEA438C35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1" name="演示研究所 SlideLab.cc">
              <a:extLst>
                <a:ext uri="{FF2B5EF4-FFF2-40B4-BE49-F238E27FC236}">
                  <a16:creationId xmlns:a16="http://schemas.microsoft.com/office/drawing/2014/main" id="{F45E553B-8A09-7EB1-61C5-F150BA5E791C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2" name="演示研究所 SlideLab.cc">
              <a:extLst>
                <a:ext uri="{FF2B5EF4-FFF2-40B4-BE49-F238E27FC236}">
                  <a16:creationId xmlns:a16="http://schemas.microsoft.com/office/drawing/2014/main" id="{AB4D5D06-4CD4-BA33-DA63-C125165BFDD3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23" name="演示研究所 SlideLab.cc">
            <a:extLst>
              <a:ext uri="{FF2B5EF4-FFF2-40B4-BE49-F238E27FC236}">
                <a16:creationId xmlns:a16="http://schemas.microsoft.com/office/drawing/2014/main" id="{CDA48C4A-748F-AF59-3AFA-19B14BC35BA7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请输入您的标题</a:t>
            </a:r>
          </a:p>
        </p:txBody>
      </p:sp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6CC420BF-4522-AD46-BFE8-7A2094E4E703}"/>
              </a:ext>
            </a:extLst>
          </p:cNvPr>
          <p:cNvSpPr/>
          <p:nvPr/>
        </p:nvSpPr>
        <p:spPr>
          <a:xfrm>
            <a:off x="622739" y="1304365"/>
            <a:ext cx="5339885" cy="4608506"/>
          </a:xfrm>
          <a:prstGeom prst="roundRect">
            <a:avLst>
              <a:gd name="adj" fmla="val 11784"/>
            </a:avLst>
          </a:prstGeom>
          <a:solidFill>
            <a:schemeClr val="bg1"/>
          </a:solidFill>
          <a:ln w="3175">
            <a:solidFill>
              <a:srgbClr val="F4DABE"/>
            </a:solidFill>
          </a:ln>
          <a:effectLst>
            <a:outerShdw blurRad="127000" dist="127000" dir="5400000" algn="t" rotWithShape="0">
              <a:srgbClr val="CE987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latin typeface="汉仪旗黑 55简" panose="00020600040101010101" pitchFamily="18" charset="-122"/>
              <a:ea typeface="汉仪旗黑 55简" panose="00020600040101010101" pitchFamily="18" charset="-122"/>
            </a:endParaRPr>
          </a:p>
        </p:txBody>
      </p:sp>
      <p:graphicFrame>
        <p:nvGraphicFramePr>
          <p:cNvPr id="2" name="演示研究所 SlideLab.cc">
            <a:extLst>
              <a:ext uri="{FF2B5EF4-FFF2-40B4-BE49-F238E27FC236}">
                <a16:creationId xmlns:a16="http://schemas.microsoft.com/office/drawing/2014/main" id="{69AD60E5-5740-489D-9AD8-7F26605343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1992342"/>
              </p:ext>
            </p:extLst>
          </p:nvPr>
        </p:nvGraphicFramePr>
        <p:xfrm>
          <a:off x="993184" y="1956945"/>
          <a:ext cx="4680244" cy="34901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35FD56F8-DEDB-428C-ABC4-DEE2E2A5F911}"/>
              </a:ext>
            </a:extLst>
          </p:cNvPr>
          <p:cNvSpPr/>
          <p:nvPr/>
        </p:nvSpPr>
        <p:spPr>
          <a:xfrm>
            <a:off x="6519507" y="3389046"/>
            <a:ext cx="2230211" cy="895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单击此处输入你的正文，文字是您思想的提炼，为了最终演示发布的良好效果</a:t>
            </a:r>
          </a:p>
        </p:txBody>
      </p:sp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F14E8B84-B85F-411A-9BDD-52BAFBF40365}"/>
              </a:ext>
            </a:extLst>
          </p:cNvPr>
          <p:cNvSpPr/>
          <p:nvPr/>
        </p:nvSpPr>
        <p:spPr>
          <a:xfrm>
            <a:off x="6519508" y="2988936"/>
            <a:ext cx="12889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添加标题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FA9E0705-0A6B-4532-AA0F-EC25DD7F484B}"/>
              </a:ext>
            </a:extLst>
          </p:cNvPr>
          <p:cNvSpPr/>
          <p:nvPr/>
        </p:nvSpPr>
        <p:spPr>
          <a:xfrm>
            <a:off x="9371521" y="3389046"/>
            <a:ext cx="2230211" cy="895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单击此处输入你的正文，文字是您思想的提炼，为了最终演示发布的良好效果</a:t>
            </a:r>
          </a:p>
        </p:txBody>
      </p:sp>
      <p:sp>
        <p:nvSpPr>
          <p:cNvPr id="7" name="演示研究所 SlideLab.cc">
            <a:extLst>
              <a:ext uri="{FF2B5EF4-FFF2-40B4-BE49-F238E27FC236}">
                <a16:creationId xmlns:a16="http://schemas.microsoft.com/office/drawing/2014/main" id="{47B462E0-B855-46FE-8D45-E77D27EB08CC}"/>
              </a:ext>
            </a:extLst>
          </p:cNvPr>
          <p:cNvSpPr/>
          <p:nvPr/>
        </p:nvSpPr>
        <p:spPr>
          <a:xfrm>
            <a:off x="9371522" y="2988936"/>
            <a:ext cx="12889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添加标题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8" name="演示研究所 SlideLab.cc">
            <a:extLst>
              <a:ext uri="{FF2B5EF4-FFF2-40B4-BE49-F238E27FC236}">
                <a16:creationId xmlns:a16="http://schemas.microsoft.com/office/drawing/2014/main" id="{0443992A-2AEC-4140-93A6-57F158E6C864}"/>
              </a:ext>
            </a:extLst>
          </p:cNvPr>
          <p:cNvSpPr/>
          <p:nvPr/>
        </p:nvSpPr>
        <p:spPr>
          <a:xfrm>
            <a:off x="6519507" y="4907047"/>
            <a:ext cx="2230211" cy="895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单击此处输入你的正文，文字是您思想的提炼，为了最终演示发布的良好效果</a:t>
            </a:r>
          </a:p>
        </p:txBody>
      </p:sp>
      <p:sp>
        <p:nvSpPr>
          <p:cNvPr id="9" name="演示研究所 SlideLab.cc">
            <a:extLst>
              <a:ext uri="{FF2B5EF4-FFF2-40B4-BE49-F238E27FC236}">
                <a16:creationId xmlns:a16="http://schemas.microsoft.com/office/drawing/2014/main" id="{CD11689F-C816-4FA6-9F84-72F6D45090DA}"/>
              </a:ext>
            </a:extLst>
          </p:cNvPr>
          <p:cNvSpPr/>
          <p:nvPr/>
        </p:nvSpPr>
        <p:spPr>
          <a:xfrm>
            <a:off x="6519508" y="4506937"/>
            <a:ext cx="12889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添加标题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10" name="演示研究所 SlideLab.cc">
            <a:extLst>
              <a:ext uri="{FF2B5EF4-FFF2-40B4-BE49-F238E27FC236}">
                <a16:creationId xmlns:a16="http://schemas.microsoft.com/office/drawing/2014/main" id="{36F28BC3-6129-4451-8940-54A93E03BB20}"/>
              </a:ext>
            </a:extLst>
          </p:cNvPr>
          <p:cNvSpPr/>
          <p:nvPr/>
        </p:nvSpPr>
        <p:spPr>
          <a:xfrm>
            <a:off x="9371521" y="4907047"/>
            <a:ext cx="2230211" cy="895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单击此处输入你的正文，文字是您思想的提炼，为了最终演示发布的良好效果</a:t>
            </a:r>
          </a:p>
        </p:txBody>
      </p:sp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DB8BC429-9928-4505-B2CA-CAC6F4CC9CD0}"/>
              </a:ext>
            </a:extLst>
          </p:cNvPr>
          <p:cNvSpPr/>
          <p:nvPr/>
        </p:nvSpPr>
        <p:spPr>
          <a:xfrm>
            <a:off x="9371522" y="4506937"/>
            <a:ext cx="12889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添加标题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13" name="演示研究所 SlideLab.cc">
            <a:extLst>
              <a:ext uri="{FF2B5EF4-FFF2-40B4-BE49-F238E27FC236}">
                <a16:creationId xmlns:a16="http://schemas.microsoft.com/office/drawing/2014/main" id="{C4696716-26CB-4246-9F09-B102A9B1849F}"/>
              </a:ext>
            </a:extLst>
          </p:cNvPr>
          <p:cNvSpPr/>
          <p:nvPr/>
        </p:nvSpPr>
        <p:spPr>
          <a:xfrm>
            <a:off x="7132637" y="2279188"/>
            <a:ext cx="2923570" cy="266126"/>
          </a:xfrm>
          <a:prstGeom prst="parallelogram">
            <a:avLst/>
          </a:prstGeom>
          <a:gradFill>
            <a:gsLst>
              <a:gs pos="0">
                <a:srgbClr val="F3E2D0"/>
              </a:gs>
              <a:gs pos="100000">
                <a:srgbClr val="E7D1C3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旗黑 55简" panose="00020600040101010101" pitchFamily="18" charset="-122"/>
              <a:ea typeface="汉仪旗黑 55简" panose="00020600040101010101" pitchFamily="18" charset="-122"/>
            </a:endParaRPr>
          </a:p>
        </p:txBody>
      </p:sp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BB678C65-F3F3-EF4F-A83B-D08E1995F909}"/>
              </a:ext>
            </a:extLst>
          </p:cNvPr>
          <p:cNvSpPr txBox="1"/>
          <p:nvPr/>
        </p:nvSpPr>
        <p:spPr>
          <a:xfrm>
            <a:off x="7409329" y="1503041"/>
            <a:ext cx="26468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汉仪旗黑 55简" panose="00020600040101010101" pitchFamily="18" charset="-122"/>
              </a:rPr>
              <a:t>在这添加</a:t>
            </a:r>
            <a:endParaRPr lang="en-US" altLang="zh-CN" sz="3200" dirty="0"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sym typeface="汉仪旗黑 55简" panose="00020600040101010101" pitchFamily="18" charset="-122"/>
            </a:endParaRPr>
          </a:p>
          <a:p>
            <a:pPr algn="l"/>
            <a:r>
              <a:rPr lang="zh-CN" altLang="en-US" sz="3200" dirty="0"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汉仪旗黑 55简" panose="00020600040101010101" pitchFamily="18" charset="-122"/>
              </a:rPr>
              <a:t>页面标题内容</a:t>
            </a:r>
          </a:p>
        </p:txBody>
      </p:sp>
      <p:pic>
        <p:nvPicPr>
          <p:cNvPr id="15" name="演示研究所 SlideLab.cc">
            <a:extLst>
              <a:ext uri="{FF2B5EF4-FFF2-40B4-BE49-F238E27FC236}">
                <a16:creationId xmlns:a16="http://schemas.microsoft.com/office/drawing/2014/main" id="{F9F08675-7685-C240-848D-3A4BE593D47D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2705" b="39403"/>
          <a:stretch>
            <a:fillRect/>
          </a:stretch>
        </p:blipFill>
        <p:spPr>
          <a:xfrm flipH="1">
            <a:off x="6519507" y="1636157"/>
            <a:ext cx="988761" cy="74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980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演示研究所 SlideLab.cc" descr="免费 城市建筑 素材图片">
            <a:extLst>
              <a:ext uri="{FF2B5EF4-FFF2-40B4-BE49-F238E27FC236}">
                <a16:creationId xmlns:a16="http://schemas.microsoft.com/office/drawing/2014/main" id="{3AE5E012-18D4-3CA6-CDCD-8ABD330ABD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CCC055B0-673F-A38A-D0DD-293DBE42B3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演示研究所 SlideLab.cc">
            <a:extLst>
              <a:ext uri="{FF2B5EF4-FFF2-40B4-BE49-F238E27FC236}">
                <a16:creationId xmlns:a16="http://schemas.microsoft.com/office/drawing/2014/main" id="{D56D3DCE-7898-1AF3-CCEF-D01C6E44FB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1C67CFB4-FD33-CAE4-1CF4-A77D0856C6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7" name="演示研究所 SlideLab.cc">
            <a:extLst>
              <a:ext uri="{FF2B5EF4-FFF2-40B4-BE49-F238E27FC236}">
                <a16:creationId xmlns:a16="http://schemas.microsoft.com/office/drawing/2014/main" id="{528C52F7-BDDD-B4B4-D2D8-D645EFD4C9EE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8" name="演示研究所 SlideLab.cc">
              <a:extLst>
                <a:ext uri="{FF2B5EF4-FFF2-40B4-BE49-F238E27FC236}">
                  <a16:creationId xmlns:a16="http://schemas.microsoft.com/office/drawing/2014/main" id="{57BD0CA8-81AB-5667-7CFB-12B198E1BC42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9" name="演示研究所 SlideLab.cc">
              <a:extLst>
                <a:ext uri="{FF2B5EF4-FFF2-40B4-BE49-F238E27FC236}">
                  <a16:creationId xmlns:a16="http://schemas.microsoft.com/office/drawing/2014/main" id="{223E0DEB-6271-6461-29AC-4592F673435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0" name="演示研究所 SlideLab.cc">
              <a:extLst>
                <a:ext uri="{FF2B5EF4-FFF2-40B4-BE49-F238E27FC236}">
                  <a16:creationId xmlns:a16="http://schemas.microsoft.com/office/drawing/2014/main" id="{172DEA52-9DCF-8383-E3A4-4B0701A6B0BC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EABD828A-3C1B-F345-5EA2-AD157C44B996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请输入您的标题</a:t>
            </a:r>
          </a:p>
        </p:txBody>
      </p:sp>
      <p:sp>
        <p:nvSpPr>
          <p:cNvPr id="28" name="演示研究所 SlideLab.cc">
            <a:extLst>
              <a:ext uri="{FF2B5EF4-FFF2-40B4-BE49-F238E27FC236}">
                <a16:creationId xmlns:a16="http://schemas.microsoft.com/office/drawing/2014/main" id="{2FAFB69F-3E8D-E34F-928B-9C15463895EB}"/>
              </a:ext>
            </a:extLst>
          </p:cNvPr>
          <p:cNvSpPr/>
          <p:nvPr/>
        </p:nvSpPr>
        <p:spPr>
          <a:xfrm>
            <a:off x="8842625" y="2507673"/>
            <a:ext cx="3349375" cy="24122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36600" dist="520700" dir="5400000" sx="82000" sy="82000" algn="t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26" name="演示研究所 SlideLab.cc">
            <a:extLst>
              <a:ext uri="{FF2B5EF4-FFF2-40B4-BE49-F238E27FC236}">
                <a16:creationId xmlns:a16="http://schemas.microsoft.com/office/drawing/2014/main" id="{5B2DD2B6-4B53-EE4A-AE5C-8274A57F7058}"/>
              </a:ext>
            </a:extLst>
          </p:cNvPr>
          <p:cNvSpPr/>
          <p:nvPr/>
        </p:nvSpPr>
        <p:spPr>
          <a:xfrm>
            <a:off x="3349374" y="2509097"/>
            <a:ext cx="2587752" cy="2410824"/>
          </a:xfrm>
          <a:prstGeom prst="roundRect">
            <a:avLst>
              <a:gd name="adj" fmla="val 6085"/>
            </a:avLst>
          </a:prstGeom>
          <a:blipFill>
            <a:blip r:embed="rId8"/>
            <a:stretch>
              <a:fillRect t="-30504" b="-3050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27" name="演示研究所 SlideLab.cc">
            <a:extLst>
              <a:ext uri="{FF2B5EF4-FFF2-40B4-BE49-F238E27FC236}">
                <a16:creationId xmlns:a16="http://schemas.microsoft.com/office/drawing/2014/main" id="{3EC40F31-2BDA-BC4F-80EC-5B53C50EFC2A}"/>
              </a:ext>
            </a:extLst>
          </p:cNvPr>
          <p:cNvSpPr/>
          <p:nvPr/>
        </p:nvSpPr>
        <p:spPr>
          <a:xfrm>
            <a:off x="6254876" y="2509097"/>
            <a:ext cx="2587752" cy="2410824"/>
          </a:xfrm>
          <a:prstGeom prst="roundRect">
            <a:avLst>
              <a:gd name="adj" fmla="val 6085"/>
            </a:avLst>
          </a:prstGeom>
          <a:blipFill>
            <a:blip r:embed="rId9"/>
            <a:stretch>
              <a:fillRect t="-30504" b="-3050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2" name="演示研究所 SlideLab.cc">
            <a:extLst>
              <a:ext uri="{FF2B5EF4-FFF2-40B4-BE49-F238E27FC236}">
                <a16:creationId xmlns:a16="http://schemas.microsoft.com/office/drawing/2014/main" id="{2E3B4953-CE9A-3744-AAD4-E2B0E417AE53}"/>
              </a:ext>
            </a:extLst>
          </p:cNvPr>
          <p:cNvSpPr/>
          <p:nvPr/>
        </p:nvSpPr>
        <p:spPr>
          <a:xfrm>
            <a:off x="0" y="2507673"/>
            <a:ext cx="3349375" cy="24122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36600" dist="520700" dir="5400000" sx="82000" sy="82000" algn="t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7AAAE613-4108-3448-A7EF-3B68FD0E13EE}"/>
              </a:ext>
            </a:extLst>
          </p:cNvPr>
          <p:cNvSpPr/>
          <p:nvPr/>
        </p:nvSpPr>
        <p:spPr>
          <a:xfrm>
            <a:off x="1870129" y="5338365"/>
            <a:ext cx="8451742" cy="622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单击此处输入你的正文，文字是您思想的提炼，为了最终演示发布的良好效果，请尽量言简意赅的阐述观点；根据需要可酌情增减文字，以便观者可以准确理解您所传达的信息。单击此处输入</a:t>
            </a:r>
          </a:p>
        </p:txBody>
      </p: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4BB9A184-0F91-8D41-855A-B4EC45534296}"/>
              </a:ext>
            </a:extLst>
          </p:cNvPr>
          <p:cNvSpPr/>
          <p:nvPr/>
        </p:nvSpPr>
        <p:spPr>
          <a:xfrm>
            <a:off x="4634213" y="1736936"/>
            <a:ext cx="2923570" cy="266126"/>
          </a:xfrm>
          <a:prstGeom prst="parallelogram">
            <a:avLst/>
          </a:prstGeom>
          <a:gradFill>
            <a:gsLst>
              <a:gs pos="0">
                <a:srgbClr val="F3E2D0"/>
              </a:gs>
              <a:gs pos="100000">
                <a:srgbClr val="E7D1C3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旗黑 55简" panose="00020600040101010101" pitchFamily="18" charset="-122"/>
              <a:ea typeface="汉仪旗黑 55简" panose="00020600040101010101" pitchFamily="18" charset="-122"/>
            </a:endParaRPr>
          </a:p>
        </p:txBody>
      </p:sp>
      <p:sp>
        <p:nvSpPr>
          <p:cNvPr id="21" name="演示研究所 SlideLab.cc">
            <a:extLst>
              <a:ext uri="{FF2B5EF4-FFF2-40B4-BE49-F238E27FC236}">
                <a16:creationId xmlns:a16="http://schemas.microsoft.com/office/drawing/2014/main" id="{5956952A-A97E-C548-9DC3-FBEC46893DB6}"/>
              </a:ext>
            </a:extLst>
          </p:cNvPr>
          <p:cNvSpPr txBox="1"/>
          <p:nvPr/>
        </p:nvSpPr>
        <p:spPr>
          <a:xfrm>
            <a:off x="4811031" y="1044983"/>
            <a:ext cx="25699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gradFill flip="none" rotWithShape="1">
                  <a:gsLst>
                    <a:gs pos="87000">
                      <a:schemeClr val="accent1"/>
                    </a:gs>
                    <a:gs pos="0">
                      <a:srgbClr val="FF5A03"/>
                    </a:gs>
                  </a:gsLst>
                  <a:lin ang="2700000" scaled="1"/>
                  <a:tileRect/>
                </a:gradFill>
                <a:latin typeface="Source Han Serif SC" panose="02020400000000000000" pitchFamily="18" charset="-128"/>
                <a:ea typeface="Source Han Serif SC" panose="02020400000000000000" pitchFamily="18" charset="-128"/>
              </a:defRPr>
            </a:lvl1pPr>
          </a:lstStyle>
          <a:p>
            <a:pPr algn="ctr"/>
            <a:r>
              <a:rPr lang="zh-CN" altLang="en-US" spc="300" dirty="0"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认真做好学习</a:t>
            </a:r>
          </a:p>
          <a:p>
            <a:pPr algn="ctr"/>
            <a:r>
              <a:rPr lang="zh-CN" altLang="en-US" spc="300" dirty="0"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ea"/>
              </a:rPr>
              <a:t>宣传建党精神</a:t>
            </a:r>
          </a:p>
        </p:txBody>
      </p:sp>
      <p:sp>
        <p:nvSpPr>
          <p:cNvPr id="22" name="演示研究所 SlideLab.cc">
            <a:extLst>
              <a:ext uri="{FF2B5EF4-FFF2-40B4-BE49-F238E27FC236}">
                <a16:creationId xmlns:a16="http://schemas.microsoft.com/office/drawing/2014/main" id="{CE393474-6514-464E-9895-B78A177FDF23}"/>
              </a:ext>
            </a:extLst>
          </p:cNvPr>
          <p:cNvSpPr/>
          <p:nvPr/>
        </p:nvSpPr>
        <p:spPr>
          <a:xfrm>
            <a:off x="510064" y="2926117"/>
            <a:ext cx="24339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en Sans" pitchFamily="34" charset="0"/>
                <a:sym typeface="汉仪旗黑 55简" panose="00020600040101010101" pitchFamily="18" charset="-122"/>
              </a:rPr>
              <a:t>添加标题</a:t>
            </a:r>
            <a:endParaRPr kumimoji="0" lang="zh-CN" altLang="en-US" sz="2400" b="1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3" name="演示研究所 SlideLab.cc">
            <a:extLst>
              <a:ext uri="{FF2B5EF4-FFF2-40B4-BE49-F238E27FC236}">
                <a16:creationId xmlns:a16="http://schemas.microsoft.com/office/drawing/2014/main" id="{82225541-2224-1341-B7F2-E377BF794436}"/>
              </a:ext>
            </a:extLst>
          </p:cNvPr>
          <p:cNvSpPr/>
          <p:nvPr/>
        </p:nvSpPr>
        <p:spPr>
          <a:xfrm>
            <a:off x="510064" y="3429347"/>
            <a:ext cx="2587752" cy="895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单击此处输入你的正文，文字是您思想的提炼，为了最终演示发布的良好效果，请尽量言简意赅的</a:t>
            </a:r>
          </a:p>
        </p:txBody>
      </p:sp>
      <p:sp>
        <p:nvSpPr>
          <p:cNvPr id="24" name="演示研究所 SlideLab.cc">
            <a:extLst>
              <a:ext uri="{FF2B5EF4-FFF2-40B4-BE49-F238E27FC236}">
                <a16:creationId xmlns:a16="http://schemas.microsoft.com/office/drawing/2014/main" id="{55B227C1-DCF4-B54B-BEA6-CEA66544FF0E}"/>
              </a:ext>
            </a:extLst>
          </p:cNvPr>
          <p:cNvSpPr/>
          <p:nvPr/>
        </p:nvSpPr>
        <p:spPr>
          <a:xfrm>
            <a:off x="9223436" y="2926117"/>
            <a:ext cx="24339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Open Sans" pitchFamily="34" charset="0"/>
                <a:sym typeface="汉仪旗黑 55简" panose="00020600040101010101" pitchFamily="18" charset="-122"/>
              </a:rPr>
              <a:t>添加标题</a:t>
            </a:r>
            <a:endParaRPr kumimoji="0" lang="zh-CN" altLang="en-US" sz="2400" b="1" u="none" strike="noStrike" kern="1200" cap="none" spc="0" normalizeH="0" baseline="0" noProof="0" dirty="0">
              <a:ln>
                <a:noFill/>
              </a:ln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5" name="演示研究所 SlideLab.cc">
            <a:extLst>
              <a:ext uri="{FF2B5EF4-FFF2-40B4-BE49-F238E27FC236}">
                <a16:creationId xmlns:a16="http://schemas.microsoft.com/office/drawing/2014/main" id="{323394B0-04A5-A946-8C14-340141F0CAD1}"/>
              </a:ext>
            </a:extLst>
          </p:cNvPr>
          <p:cNvSpPr/>
          <p:nvPr/>
        </p:nvSpPr>
        <p:spPr>
          <a:xfrm>
            <a:off x="9223436" y="3429347"/>
            <a:ext cx="2587752" cy="895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单击此处输入你的正文，文字是您思想的提炼，为了最终演示发布的良好效果，请尽量言简意赅的</a:t>
            </a:r>
          </a:p>
        </p:txBody>
      </p:sp>
    </p:spTree>
    <p:extLst>
      <p:ext uri="{BB962C8B-B14F-4D97-AF65-F5344CB8AC3E}">
        <p14:creationId xmlns:p14="http://schemas.microsoft.com/office/powerpoint/2010/main" val="2756978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演示研究所 SlideLab.cc" descr="免费 城市建筑 素材图片">
            <a:extLst>
              <a:ext uri="{FF2B5EF4-FFF2-40B4-BE49-F238E27FC236}">
                <a16:creationId xmlns:a16="http://schemas.microsoft.com/office/drawing/2014/main" id="{62B98568-C27B-111D-F46A-6C02EEE856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64CDEFAE-7449-0CA5-DB44-437FF1F65F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" name="演示研究所 SlideLab.cc">
            <a:extLst>
              <a:ext uri="{FF2B5EF4-FFF2-40B4-BE49-F238E27FC236}">
                <a16:creationId xmlns:a16="http://schemas.microsoft.com/office/drawing/2014/main" id="{C1638F2A-8B31-3E6B-610B-D73FA72794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5" name="演示研究所 SlideLab.cc">
            <a:extLst>
              <a:ext uri="{FF2B5EF4-FFF2-40B4-BE49-F238E27FC236}">
                <a16:creationId xmlns:a16="http://schemas.microsoft.com/office/drawing/2014/main" id="{F8AA6647-E708-589D-AF7A-4C06E0A749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22" name="演示研究所 SlideLab.cc">
            <a:extLst>
              <a:ext uri="{FF2B5EF4-FFF2-40B4-BE49-F238E27FC236}">
                <a16:creationId xmlns:a16="http://schemas.microsoft.com/office/drawing/2014/main" id="{5488A051-728C-0E1F-2AEF-C9BDAE9B1327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41" name="演示研究所 SlideLab.cc">
              <a:extLst>
                <a:ext uri="{FF2B5EF4-FFF2-40B4-BE49-F238E27FC236}">
                  <a16:creationId xmlns:a16="http://schemas.microsoft.com/office/drawing/2014/main" id="{18EABAA2-03F7-4912-3EF0-AC5BBA2B2DDE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42" name="演示研究所 SlideLab.cc">
              <a:extLst>
                <a:ext uri="{FF2B5EF4-FFF2-40B4-BE49-F238E27FC236}">
                  <a16:creationId xmlns:a16="http://schemas.microsoft.com/office/drawing/2014/main" id="{B006E3B3-7802-E491-7A76-827ACC5572AC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43" name="演示研究所 SlideLab.cc">
              <a:extLst>
                <a:ext uri="{FF2B5EF4-FFF2-40B4-BE49-F238E27FC236}">
                  <a16:creationId xmlns:a16="http://schemas.microsoft.com/office/drawing/2014/main" id="{717DD591-6348-BD2E-2849-852C7112E44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44" name="演示研究所 SlideLab.cc">
            <a:extLst>
              <a:ext uri="{FF2B5EF4-FFF2-40B4-BE49-F238E27FC236}">
                <a16:creationId xmlns:a16="http://schemas.microsoft.com/office/drawing/2014/main" id="{4D4F083D-59F0-C52C-CA5E-42A22C052D13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请输入您的标题</a:t>
            </a:r>
          </a:p>
        </p:txBody>
      </p:sp>
      <p:grpSp>
        <p:nvGrpSpPr>
          <p:cNvPr id="6" name="演示研究所 SlideLab.cc">
            <a:extLst>
              <a:ext uri="{FF2B5EF4-FFF2-40B4-BE49-F238E27FC236}">
                <a16:creationId xmlns:a16="http://schemas.microsoft.com/office/drawing/2014/main" id="{3C78C645-5098-4E92-854F-3A72E667B376}"/>
              </a:ext>
            </a:extLst>
          </p:cNvPr>
          <p:cNvGrpSpPr/>
          <p:nvPr/>
        </p:nvGrpSpPr>
        <p:grpSpPr>
          <a:xfrm flipH="1">
            <a:off x="7247720" y="3926571"/>
            <a:ext cx="2628571" cy="863076"/>
            <a:chOff x="2303753" y="2588850"/>
            <a:chExt cx="6155221" cy="2021284"/>
          </a:xfrm>
          <a:solidFill>
            <a:schemeClr val="accent1"/>
          </a:solidFill>
        </p:grpSpPr>
        <p:sp>
          <p:nvSpPr>
            <p:cNvPr id="7" name="演示研究所 SlideLab.cc">
              <a:extLst>
                <a:ext uri="{FF2B5EF4-FFF2-40B4-BE49-F238E27FC236}">
                  <a16:creationId xmlns:a16="http://schemas.microsoft.com/office/drawing/2014/main" id="{46A9ED99-8CDC-45F7-AF67-CC642971B129}"/>
                </a:ext>
              </a:extLst>
            </p:cNvPr>
            <p:cNvSpPr/>
            <p:nvPr/>
          </p:nvSpPr>
          <p:spPr>
            <a:xfrm>
              <a:off x="2303753" y="2588850"/>
              <a:ext cx="1645535" cy="16456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89" y="59723"/>
                  </a:moveTo>
                  <a:lnTo>
                    <a:pt x="119889" y="59723"/>
                  </a:lnTo>
                  <a:cubicBezTo>
                    <a:pt x="119889" y="92682"/>
                    <a:pt x="93321" y="119889"/>
                    <a:pt x="60221" y="119889"/>
                  </a:cubicBezTo>
                  <a:cubicBezTo>
                    <a:pt x="26678" y="119889"/>
                    <a:pt x="0" y="92682"/>
                    <a:pt x="0" y="59723"/>
                  </a:cubicBezTo>
                  <a:cubicBezTo>
                    <a:pt x="0" y="26654"/>
                    <a:pt x="26678" y="0"/>
                    <a:pt x="60221" y="0"/>
                  </a:cubicBezTo>
                  <a:cubicBezTo>
                    <a:pt x="93321" y="0"/>
                    <a:pt x="119889" y="26654"/>
                    <a:pt x="119889" y="59723"/>
                  </a:cubicBezTo>
                </a:path>
              </a:pathLst>
            </a:custGeom>
            <a:grpFill/>
            <a:ln>
              <a:noFill/>
            </a:ln>
          </p:spPr>
          <p:txBody>
            <a:bodyPr lIns="91401" tIns="45688" rIns="91401" bIns="45688" anchor="ctr" anchorCtr="0">
              <a:noAutofit/>
            </a:bodyPr>
            <a:lstStyle/>
            <a:p>
              <a:endParaRPr sz="450">
                <a:solidFill>
                  <a:schemeClr val="dk1"/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cs typeface="Calibri"/>
                <a:sym typeface="汉仪旗黑 55简" panose="00020600040101010101" pitchFamily="18" charset="-122"/>
              </a:endParaRPr>
            </a:p>
          </p:txBody>
        </p:sp>
        <p:sp>
          <p:nvSpPr>
            <p:cNvPr id="8" name="演示研究所 SlideLab.cc">
              <a:extLst>
                <a:ext uri="{FF2B5EF4-FFF2-40B4-BE49-F238E27FC236}">
                  <a16:creationId xmlns:a16="http://schemas.microsoft.com/office/drawing/2014/main" id="{FA646C2F-7B45-431F-BDA7-02043EDF35B3}"/>
                </a:ext>
              </a:extLst>
            </p:cNvPr>
            <p:cNvSpPr/>
            <p:nvPr/>
          </p:nvSpPr>
          <p:spPr>
            <a:xfrm>
              <a:off x="3798876" y="3800803"/>
              <a:ext cx="4660098" cy="80933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960" y="119777"/>
                  </a:moveTo>
                  <a:lnTo>
                    <a:pt x="35120" y="119777"/>
                  </a:lnTo>
                  <a:lnTo>
                    <a:pt x="0" y="8460"/>
                  </a:lnTo>
                  <a:lnTo>
                    <a:pt x="941" y="0"/>
                  </a:lnTo>
                  <a:lnTo>
                    <a:pt x="35709" y="110204"/>
                  </a:lnTo>
                  <a:lnTo>
                    <a:pt x="119960" y="110204"/>
                  </a:lnTo>
                  <a:lnTo>
                    <a:pt x="119960" y="119777"/>
                  </a:lnTo>
                </a:path>
              </a:pathLst>
            </a:custGeom>
            <a:grpFill/>
            <a:ln>
              <a:noFill/>
            </a:ln>
          </p:spPr>
          <p:txBody>
            <a:bodyPr lIns="91401" tIns="45688" rIns="91401" bIns="45688" anchor="ctr" anchorCtr="0">
              <a:noAutofit/>
            </a:bodyPr>
            <a:lstStyle/>
            <a:p>
              <a:endParaRPr sz="450">
                <a:solidFill>
                  <a:schemeClr val="dk1"/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cs typeface="Calibri"/>
                <a:sym typeface="汉仪旗黑 55简" panose="00020600040101010101" pitchFamily="18" charset="-122"/>
              </a:endParaRPr>
            </a:p>
          </p:txBody>
        </p:sp>
      </p:grpSp>
      <p:grpSp>
        <p:nvGrpSpPr>
          <p:cNvPr id="9" name="演示研究所 SlideLab.cc">
            <a:extLst>
              <a:ext uri="{FF2B5EF4-FFF2-40B4-BE49-F238E27FC236}">
                <a16:creationId xmlns:a16="http://schemas.microsoft.com/office/drawing/2014/main" id="{1D30A59D-E9CB-4A4E-9E61-DBAE25500936}"/>
              </a:ext>
            </a:extLst>
          </p:cNvPr>
          <p:cNvGrpSpPr/>
          <p:nvPr/>
        </p:nvGrpSpPr>
        <p:grpSpPr>
          <a:xfrm>
            <a:off x="2464519" y="3926571"/>
            <a:ext cx="2628244" cy="863076"/>
            <a:chOff x="2303753" y="2588850"/>
            <a:chExt cx="6155221" cy="2021284"/>
          </a:xfrm>
        </p:grpSpPr>
        <p:sp>
          <p:nvSpPr>
            <p:cNvPr id="10" name="演示研究所 SlideLab.cc">
              <a:extLst>
                <a:ext uri="{FF2B5EF4-FFF2-40B4-BE49-F238E27FC236}">
                  <a16:creationId xmlns:a16="http://schemas.microsoft.com/office/drawing/2014/main" id="{A54A9B95-E8F2-42E8-A17A-89C7F3EDD394}"/>
                </a:ext>
              </a:extLst>
            </p:cNvPr>
            <p:cNvSpPr/>
            <p:nvPr/>
          </p:nvSpPr>
          <p:spPr>
            <a:xfrm>
              <a:off x="2303753" y="2588850"/>
              <a:ext cx="1645535" cy="16456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89" y="59723"/>
                  </a:moveTo>
                  <a:lnTo>
                    <a:pt x="119889" y="59723"/>
                  </a:lnTo>
                  <a:cubicBezTo>
                    <a:pt x="119889" y="92682"/>
                    <a:pt x="93321" y="119889"/>
                    <a:pt x="60221" y="119889"/>
                  </a:cubicBezTo>
                  <a:cubicBezTo>
                    <a:pt x="26678" y="119889"/>
                    <a:pt x="0" y="92682"/>
                    <a:pt x="0" y="59723"/>
                  </a:cubicBezTo>
                  <a:cubicBezTo>
                    <a:pt x="0" y="26654"/>
                    <a:pt x="26678" y="0"/>
                    <a:pt x="60221" y="0"/>
                  </a:cubicBezTo>
                  <a:cubicBezTo>
                    <a:pt x="93321" y="0"/>
                    <a:pt x="119889" y="26654"/>
                    <a:pt x="119889" y="59723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lIns="91401" tIns="45688" rIns="91401" bIns="45688" anchor="ctr" anchorCtr="0">
              <a:noAutofit/>
            </a:bodyPr>
            <a:lstStyle/>
            <a:p>
              <a:endParaRPr sz="450">
                <a:solidFill>
                  <a:schemeClr val="dk1"/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cs typeface="Calibri"/>
                <a:sym typeface="汉仪旗黑 55简" panose="00020600040101010101" pitchFamily="18" charset="-122"/>
              </a:endParaRPr>
            </a:p>
          </p:txBody>
        </p:sp>
        <p:sp>
          <p:nvSpPr>
            <p:cNvPr id="11" name="演示研究所 SlideLab.cc">
              <a:extLst>
                <a:ext uri="{FF2B5EF4-FFF2-40B4-BE49-F238E27FC236}">
                  <a16:creationId xmlns:a16="http://schemas.microsoft.com/office/drawing/2014/main" id="{60BC3B35-6300-4F29-834E-125F9B0BEF86}"/>
                </a:ext>
              </a:extLst>
            </p:cNvPr>
            <p:cNvSpPr/>
            <p:nvPr/>
          </p:nvSpPr>
          <p:spPr>
            <a:xfrm>
              <a:off x="3798876" y="3800803"/>
              <a:ext cx="4660098" cy="80933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960" y="119777"/>
                  </a:moveTo>
                  <a:lnTo>
                    <a:pt x="35120" y="119777"/>
                  </a:lnTo>
                  <a:lnTo>
                    <a:pt x="0" y="8460"/>
                  </a:lnTo>
                  <a:lnTo>
                    <a:pt x="941" y="0"/>
                  </a:lnTo>
                  <a:lnTo>
                    <a:pt x="35709" y="110204"/>
                  </a:lnTo>
                  <a:lnTo>
                    <a:pt x="119960" y="110204"/>
                  </a:lnTo>
                  <a:lnTo>
                    <a:pt x="119960" y="11977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lIns="91401" tIns="45688" rIns="91401" bIns="45688" anchor="ctr" anchorCtr="0">
              <a:noAutofit/>
            </a:bodyPr>
            <a:lstStyle/>
            <a:p>
              <a:endParaRPr sz="450">
                <a:solidFill>
                  <a:schemeClr val="dk1"/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cs typeface="Calibri"/>
                <a:sym typeface="汉仪旗黑 55简" panose="00020600040101010101" pitchFamily="18" charset="-122"/>
              </a:endParaRPr>
            </a:p>
          </p:txBody>
        </p:sp>
      </p:grpSp>
      <p:grpSp>
        <p:nvGrpSpPr>
          <p:cNvPr id="12" name="演示研究所 SlideLab.cc">
            <a:extLst>
              <a:ext uri="{FF2B5EF4-FFF2-40B4-BE49-F238E27FC236}">
                <a16:creationId xmlns:a16="http://schemas.microsoft.com/office/drawing/2014/main" id="{13863D72-7F11-4E67-96B5-624D3F59C9D7}"/>
              </a:ext>
            </a:extLst>
          </p:cNvPr>
          <p:cNvGrpSpPr/>
          <p:nvPr/>
        </p:nvGrpSpPr>
        <p:grpSpPr>
          <a:xfrm flipH="1">
            <a:off x="7247720" y="1302186"/>
            <a:ext cx="2628571" cy="863076"/>
            <a:chOff x="2303753" y="2588850"/>
            <a:chExt cx="6155221" cy="2021284"/>
          </a:xfrm>
        </p:grpSpPr>
        <p:sp>
          <p:nvSpPr>
            <p:cNvPr id="13" name="演示研究所 SlideLab.cc">
              <a:extLst>
                <a:ext uri="{FF2B5EF4-FFF2-40B4-BE49-F238E27FC236}">
                  <a16:creationId xmlns:a16="http://schemas.microsoft.com/office/drawing/2014/main" id="{AC2D39A6-55FD-440B-A0E0-4FFF4516083D}"/>
                </a:ext>
              </a:extLst>
            </p:cNvPr>
            <p:cNvSpPr/>
            <p:nvPr/>
          </p:nvSpPr>
          <p:spPr>
            <a:xfrm>
              <a:off x="2303753" y="2588850"/>
              <a:ext cx="1645535" cy="16456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89" y="59723"/>
                  </a:moveTo>
                  <a:lnTo>
                    <a:pt x="119889" y="59723"/>
                  </a:lnTo>
                  <a:cubicBezTo>
                    <a:pt x="119889" y="92682"/>
                    <a:pt x="93321" y="119889"/>
                    <a:pt x="60221" y="119889"/>
                  </a:cubicBezTo>
                  <a:cubicBezTo>
                    <a:pt x="26678" y="119889"/>
                    <a:pt x="0" y="92682"/>
                    <a:pt x="0" y="59723"/>
                  </a:cubicBezTo>
                  <a:cubicBezTo>
                    <a:pt x="0" y="26654"/>
                    <a:pt x="26678" y="0"/>
                    <a:pt x="60221" y="0"/>
                  </a:cubicBezTo>
                  <a:cubicBezTo>
                    <a:pt x="93321" y="0"/>
                    <a:pt x="119889" y="26654"/>
                    <a:pt x="119889" y="59723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lIns="91401" tIns="45688" rIns="91401" bIns="45688" anchor="ctr" anchorCtr="0">
              <a:noAutofit/>
            </a:bodyPr>
            <a:lstStyle/>
            <a:p>
              <a:endParaRPr sz="450">
                <a:solidFill>
                  <a:schemeClr val="dk1"/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cs typeface="Calibri"/>
                <a:sym typeface="汉仪旗黑 55简" panose="00020600040101010101" pitchFamily="18" charset="-122"/>
              </a:endParaRPr>
            </a:p>
          </p:txBody>
        </p:sp>
        <p:sp>
          <p:nvSpPr>
            <p:cNvPr id="14" name="演示研究所 SlideLab.cc">
              <a:extLst>
                <a:ext uri="{FF2B5EF4-FFF2-40B4-BE49-F238E27FC236}">
                  <a16:creationId xmlns:a16="http://schemas.microsoft.com/office/drawing/2014/main" id="{DB229414-57F5-47B6-A045-BDE0ADEEFCC6}"/>
                </a:ext>
              </a:extLst>
            </p:cNvPr>
            <p:cNvSpPr/>
            <p:nvPr/>
          </p:nvSpPr>
          <p:spPr>
            <a:xfrm>
              <a:off x="3798876" y="3800803"/>
              <a:ext cx="4660098" cy="80933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960" y="119777"/>
                  </a:moveTo>
                  <a:lnTo>
                    <a:pt x="35120" y="119777"/>
                  </a:lnTo>
                  <a:lnTo>
                    <a:pt x="0" y="8460"/>
                  </a:lnTo>
                  <a:lnTo>
                    <a:pt x="941" y="0"/>
                  </a:lnTo>
                  <a:lnTo>
                    <a:pt x="35709" y="110204"/>
                  </a:lnTo>
                  <a:lnTo>
                    <a:pt x="119960" y="110204"/>
                  </a:lnTo>
                  <a:lnTo>
                    <a:pt x="119960" y="11977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lIns="91401" tIns="45688" rIns="91401" bIns="45688" anchor="ctr" anchorCtr="0">
              <a:noAutofit/>
            </a:bodyPr>
            <a:lstStyle/>
            <a:p>
              <a:endParaRPr sz="450">
                <a:solidFill>
                  <a:schemeClr val="dk1"/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cs typeface="Calibri"/>
                <a:sym typeface="汉仪旗黑 55简" panose="00020600040101010101" pitchFamily="18" charset="-122"/>
              </a:endParaRPr>
            </a:p>
          </p:txBody>
        </p:sp>
      </p:grpSp>
      <p:grpSp>
        <p:nvGrpSpPr>
          <p:cNvPr id="15" name="演示研究所 SlideLab.cc">
            <a:extLst>
              <a:ext uri="{FF2B5EF4-FFF2-40B4-BE49-F238E27FC236}">
                <a16:creationId xmlns:a16="http://schemas.microsoft.com/office/drawing/2014/main" id="{69CC21A6-B7BD-4A01-9C57-122D25010972}"/>
              </a:ext>
            </a:extLst>
          </p:cNvPr>
          <p:cNvGrpSpPr/>
          <p:nvPr/>
        </p:nvGrpSpPr>
        <p:grpSpPr>
          <a:xfrm>
            <a:off x="2464519" y="1302186"/>
            <a:ext cx="2628244" cy="863076"/>
            <a:chOff x="2303753" y="2588850"/>
            <a:chExt cx="6155221" cy="2021284"/>
          </a:xfrm>
          <a:solidFill>
            <a:schemeClr val="accent1"/>
          </a:solidFill>
        </p:grpSpPr>
        <p:sp>
          <p:nvSpPr>
            <p:cNvPr id="16" name="演示研究所 SlideLab.cc">
              <a:extLst>
                <a:ext uri="{FF2B5EF4-FFF2-40B4-BE49-F238E27FC236}">
                  <a16:creationId xmlns:a16="http://schemas.microsoft.com/office/drawing/2014/main" id="{A1D71B26-A64D-46B0-8AFD-677B59430431}"/>
                </a:ext>
              </a:extLst>
            </p:cNvPr>
            <p:cNvSpPr/>
            <p:nvPr/>
          </p:nvSpPr>
          <p:spPr>
            <a:xfrm>
              <a:off x="2303753" y="2588850"/>
              <a:ext cx="1645535" cy="164564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889" y="59723"/>
                  </a:moveTo>
                  <a:lnTo>
                    <a:pt x="119889" y="59723"/>
                  </a:lnTo>
                  <a:cubicBezTo>
                    <a:pt x="119889" y="92682"/>
                    <a:pt x="93321" y="119889"/>
                    <a:pt x="60221" y="119889"/>
                  </a:cubicBezTo>
                  <a:cubicBezTo>
                    <a:pt x="26678" y="119889"/>
                    <a:pt x="0" y="92682"/>
                    <a:pt x="0" y="59723"/>
                  </a:cubicBezTo>
                  <a:cubicBezTo>
                    <a:pt x="0" y="26654"/>
                    <a:pt x="26678" y="0"/>
                    <a:pt x="60221" y="0"/>
                  </a:cubicBezTo>
                  <a:cubicBezTo>
                    <a:pt x="93321" y="0"/>
                    <a:pt x="119889" y="26654"/>
                    <a:pt x="119889" y="59723"/>
                  </a:cubicBezTo>
                </a:path>
              </a:pathLst>
            </a:custGeom>
            <a:grpFill/>
            <a:ln>
              <a:noFill/>
            </a:ln>
          </p:spPr>
          <p:txBody>
            <a:bodyPr lIns="91401" tIns="45688" rIns="91401" bIns="45688" anchor="ctr" anchorCtr="0">
              <a:noAutofit/>
            </a:bodyPr>
            <a:lstStyle/>
            <a:p>
              <a:endParaRPr sz="450">
                <a:solidFill>
                  <a:schemeClr val="dk1"/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cs typeface="Calibri"/>
                <a:sym typeface="汉仪旗黑 55简" panose="00020600040101010101" pitchFamily="18" charset="-122"/>
              </a:endParaRPr>
            </a:p>
          </p:txBody>
        </p:sp>
        <p:sp>
          <p:nvSpPr>
            <p:cNvPr id="17" name="演示研究所 SlideLab.cc">
              <a:extLst>
                <a:ext uri="{FF2B5EF4-FFF2-40B4-BE49-F238E27FC236}">
                  <a16:creationId xmlns:a16="http://schemas.microsoft.com/office/drawing/2014/main" id="{CF7C3FE9-7B9C-4E3A-A7A5-02CFED93FA85}"/>
                </a:ext>
              </a:extLst>
            </p:cNvPr>
            <p:cNvSpPr/>
            <p:nvPr/>
          </p:nvSpPr>
          <p:spPr>
            <a:xfrm>
              <a:off x="3798876" y="3800803"/>
              <a:ext cx="4660098" cy="809331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9960" y="119777"/>
                  </a:moveTo>
                  <a:lnTo>
                    <a:pt x="35120" y="119777"/>
                  </a:lnTo>
                  <a:lnTo>
                    <a:pt x="0" y="8460"/>
                  </a:lnTo>
                  <a:lnTo>
                    <a:pt x="941" y="0"/>
                  </a:lnTo>
                  <a:lnTo>
                    <a:pt x="35709" y="110204"/>
                  </a:lnTo>
                  <a:lnTo>
                    <a:pt x="119960" y="110204"/>
                  </a:lnTo>
                  <a:lnTo>
                    <a:pt x="119960" y="119777"/>
                  </a:lnTo>
                </a:path>
              </a:pathLst>
            </a:custGeom>
            <a:grpFill/>
            <a:ln>
              <a:noFill/>
            </a:ln>
          </p:spPr>
          <p:txBody>
            <a:bodyPr lIns="91401" tIns="45688" rIns="91401" bIns="45688" anchor="ctr" anchorCtr="0">
              <a:noAutofit/>
            </a:bodyPr>
            <a:lstStyle/>
            <a:p>
              <a:endParaRPr sz="450">
                <a:solidFill>
                  <a:schemeClr val="dk1"/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cs typeface="Calibri"/>
                <a:sym typeface="汉仪旗黑 55简" panose="00020600040101010101" pitchFamily="18" charset="-122"/>
              </a:endParaRPr>
            </a:p>
          </p:txBody>
        </p:sp>
      </p:grpSp>
      <p:sp>
        <p:nvSpPr>
          <p:cNvPr id="18" name="演示研究所 SlideLab.cc">
            <a:extLst>
              <a:ext uri="{FF2B5EF4-FFF2-40B4-BE49-F238E27FC236}">
                <a16:creationId xmlns:a16="http://schemas.microsoft.com/office/drawing/2014/main" id="{199B9794-9656-4F0D-A8A4-1A57541E62C2}"/>
              </a:ext>
            </a:extLst>
          </p:cNvPr>
          <p:cNvSpPr/>
          <p:nvPr/>
        </p:nvSpPr>
        <p:spPr>
          <a:xfrm>
            <a:off x="9356197" y="4089117"/>
            <a:ext cx="365993" cy="3660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4479" y="30662"/>
                </a:moveTo>
                <a:lnTo>
                  <a:pt x="44479" y="30662"/>
                </a:lnTo>
                <a:cubicBezTo>
                  <a:pt x="47318" y="30662"/>
                  <a:pt x="47318" y="28012"/>
                  <a:pt x="47318" y="28012"/>
                </a:cubicBezTo>
                <a:cubicBezTo>
                  <a:pt x="47318" y="25173"/>
                  <a:pt x="47318" y="22334"/>
                  <a:pt x="44479" y="22334"/>
                </a:cubicBezTo>
                <a:cubicBezTo>
                  <a:pt x="24984" y="22334"/>
                  <a:pt x="24984" y="22334"/>
                  <a:pt x="24984" y="22334"/>
                </a:cubicBezTo>
                <a:cubicBezTo>
                  <a:pt x="24984" y="22334"/>
                  <a:pt x="24984" y="22334"/>
                  <a:pt x="22145" y="25173"/>
                </a:cubicBezTo>
                <a:cubicBezTo>
                  <a:pt x="22145" y="25173"/>
                  <a:pt x="22145" y="25173"/>
                  <a:pt x="22145" y="28012"/>
                </a:cubicBezTo>
                <a:cubicBezTo>
                  <a:pt x="22145" y="44668"/>
                  <a:pt x="22145" y="44668"/>
                  <a:pt x="22145" y="44668"/>
                </a:cubicBezTo>
                <a:cubicBezTo>
                  <a:pt x="22145" y="47507"/>
                  <a:pt x="24984" y="50347"/>
                  <a:pt x="24984" y="50347"/>
                </a:cubicBezTo>
                <a:cubicBezTo>
                  <a:pt x="27823" y="50347"/>
                  <a:pt x="30662" y="47507"/>
                  <a:pt x="30662" y="44668"/>
                </a:cubicBezTo>
                <a:cubicBezTo>
                  <a:pt x="30662" y="36340"/>
                  <a:pt x="30662" y="36340"/>
                  <a:pt x="30662" y="36340"/>
                </a:cubicBezTo>
                <a:cubicBezTo>
                  <a:pt x="47318" y="52996"/>
                  <a:pt x="47318" y="52996"/>
                  <a:pt x="47318" y="52996"/>
                </a:cubicBezTo>
                <a:cubicBezTo>
                  <a:pt x="52807" y="47507"/>
                  <a:pt x="52807" y="47507"/>
                  <a:pt x="52807" y="47507"/>
                </a:cubicBezTo>
                <a:cubicBezTo>
                  <a:pt x="33312" y="30662"/>
                  <a:pt x="33312" y="30662"/>
                  <a:pt x="33312" y="30662"/>
                </a:cubicBezTo>
                <a:lnTo>
                  <a:pt x="44479" y="30662"/>
                </a:lnTo>
                <a:close/>
                <a:moveTo>
                  <a:pt x="91798" y="72492"/>
                </a:moveTo>
                <a:lnTo>
                  <a:pt x="91798" y="72492"/>
                </a:lnTo>
                <a:cubicBezTo>
                  <a:pt x="91798" y="72492"/>
                  <a:pt x="89148" y="72492"/>
                  <a:pt x="89148" y="75331"/>
                </a:cubicBezTo>
                <a:cubicBezTo>
                  <a:pt x="89148" y="83659"/>
                  <a:pt x="89148" y="83659"/>
                  <a:pt x="89148" y="83659"/>
                </a:cubicBezTo>
                <a:cubicBezTo>
                  <a:pt x="72492" y="67003"/>
                  <a:pt x="72492" y="67003"/>
                  <a:pt x="72492" y="67003"/>
                </a:cubicBezTo>
                <a:cubicBezTo>
                  <a:pt x="66813" y="72492"/>
                  <a:pt x="66813" y="72492"/>
                  <a:pt x="66813" y="72492"/>
                </a:cubicBezTo>
                <a:cubicBezTo>
                  <a:pt x="83470" y="89148"/>
                  <a:pt x="83470" y="89148"/>
                  <a:pt x="83470" y="89148"/>
                </a:cubicBezTo>
                <a:cubicBezTo>
                  <a:pt x="75141" y="89148"/>
                  <a:pt x="75141" y="89148"/>
                  <a:pt x="75141" y="89148"/>
                </a:cubicBezTo>
                <a:cubicBezTo>
                  <a:pt x="72492" y="89148"/>
                  <a:pt x="69463" y="91987"/>
                  <a:pt x="69463" y="94826"/>
                </a:cubicBezTo>
                <a:cubicBezTo>
                  <a:pt x="69463" y="94826"/>
                  <a:pt x="72492" y="97665"/>
                  <a:pt x="75141" y="97665"/>
                </a:cubicBezTo>
                <a:cubicBezTo>
                  <a:pt x="91798" y="97665"/>
                  <a:pt x="91798" y="97665"/>
                  <a:pt x="91798" y="97665"/>
                </a:cubicBezTo>
                <a:cubicBezTo>
                  <a:pt x="94637" y="97665"/>
                  <a:pt x="94637" y="97665"/>
                  <a:pt x="94637" y="97665"/>
                </a:cubicBezTo>
                <a:cubicBezTo>
                  <a:pt x="97476" y="94826"/>
                  <a:pt x="97476" y="94826"/>
                  <a:pt x="97476" y="94826"/>
                </a:cubicBezTo>
                <a:cubicBezTo>
                  <a:pt x="97476" y="75331"/>
                  <a:pt x="97476" y="75331"/>
                  <a:pt x="97476" y="75331"/>
                </a:cubicBezTo>
                <a:cubicBezTo>
                  <a:pt x="97476" y="72492"/>
                  <a:pt x="94637" y="72492"/>
                  <a:pt x="91798" y="72492"/>
                </a:cubicBezTo>
                <a:close/>
                <a:moveTo>
                  <a:pt x="47318" y="67003"/>
                </a:moveTo>
                <a:lnTo>
                  <a:pt x="47318" y="67003"/>
                </a:lnTo>
                <a:cubicBezTo>
                  <a:pt x="30662" y="83659"/>
                  <a:pt x="30662" y="83659"/>
                  <a:pt x="30662" y="83659"/>
                </a:cubicBezTo>
                <a:cubicBezTo>
                  <a:pt x="30662" y="75331"/>
                  <a:pt x="30662" y="75331"/>
                  <a:pt x="30662" y="75331"/>
                </a:cubicBezTo>
                <a:cubicBezTo>
                  <a:pt x="30662" y="72492"/>
                  <a:pt x="27823" y="72492"/>
                  <a:pt x="24984" y="72492"/>
                </a:cubicBezTo>
                <a:cubicBezTo>
                  <a:pt x="24984" y="72492"/>
                  <a:pt x="22145" y="72492"/>
                  <a:pt x="22145" y="75331"/>
                </a:cubicBezTo>
                <a:cubicBezTo>
                  <a:pt x="22145" y="94826"/>
                  <a:pt x="22145" y="94826"/>
                  <a:pt x="22145" y="94826"/>
                </a:cubicBezTo>
                <a:cubicBezTo>
                  <a:pt x="22145" y="94826"/>
                  <a:pt x="22145" y="94826"/>
                  <a:pt x="22145" y="97665"/>
                </a:cubicBezTo>
                <a:cubicBezTo>
                  <a:pt x="24984" y="97665"/>
                  <a:pt x="24984" y="97665"/>
                  <a:pt x="24984" y="97665"/>
                </a:cubicBezTo>
                <a:cubicBezTo>
                  <a:pt x="44479" y="97665"/>
                  <a:pt x="44479" y="97665"/>
                  <a:pt x="44479" y="97665"/>
                </a:cubicBezTo>
                <a:cubicBezTo>
                  <a:pt x="47318" y="97665"/>
                  <a:pt x="47318" y="94826"/>
                  <a:pt x="47318" y="94826"/>
                </a:cubicBezTo>
                <a:cubicBezTo>
                  <a:pt x="47318" y="91987"/>
                  <a:pt x="47318" y="89148"/>
                  <a:pt x="44479" y="89148"/>
                </a:cubicBezTo>
                <a:cubicBezTo>
                  <a:pt x="33312" y="89148"/>
                  <a:pt x="33312" y="89148"/>
                  <a:pt x="33312" y="89148"/>
                </a:cubicBezTo>
                <a:cubicBezTo>
                  <a:pt x="52807" y="72492"/>
                  <a:pt x="52807" y="72492"/>
                  <a:pt x="52807" y="72492"/>
                </a:cubicBezTo>
                <a:lnTo>
                  <a:pt x="47318" y="67003"/>
                </a:lnTo>
                <a:close/>
                <a:moveTo>
                  <a:pt x="102965" y="0"/>
                </a:moveTo>
                <a:lnTo>
                  <a:pt x="102965" y="0"/>
                </a:lnTo>
                <a:cubicBezTo>
                  <a:pt x="13817" y="0"/>
                  <a:pt x="13817" y="0"/>
                  <a:pt x="13817" y="0"/>
                </a:cubicBezTo>
                <a:cubicBezTo>
                  <a:pt x="5488" y="0"/>
                  <a:pt x="0" y="8517"/>
                  <a:pt x="0" y="16845"/>
                </a:cubicBezTo>
                <a:cubicBezTo>
                  <a:pt x="0" y="105993"/>
                  <a:pt x="0" y="105993"/>
                  <a:pt x="0" y="105993"/>
                </a:cubicBezTo>
                <a:cubicBezTo>
                  <a:pt x="0" y="114321"/>
                  <a:pt x="5488" y="119810"/>
                  <a:pt x="13817" y="119810"/>
                </a:cubicBezTo>
                <a:cubicBezTo>
                  <a:pt x="102965" y="119810"/>
                  <a:pt x="102965" y="119810"/>
                  <a:pt x="102965" y="119810"/>
                </a:cubicBezTo>
                <a:cubicBezTo>
                  <a:pt x="111293" y="119810"/>
                  <a:pt x="119810" y="114321"/>
                  <a:pt x="119810" y="105993"/>
                </a:cubicBezTo>
                <a:cubicBezTo>
                  <a:pt x="119810" y="16845"/>
                  <a:pt x="119810" y="16845"/>
                  <a:pt x="119810" y="16845"/>
                </a:cubicBezTo>
                <a:cubicBezTo>
                  <a:pt x="119810" y="8517"/>
                  <a:pt x="111293" y="0"/>
                  <a:pt x="102965" y="0"/>
                </a:cubicBezTo>
                <a:close/>
                <a:moveTo>
                  <a:pt x="111293" y="105993"/>
                </a:moveTo>
                <a:lnTo>
                  <a:pt x="111293" y="105993"/>
                </a:lnTo>
                <a:cubicBezTo>
                  <a:pt x="111293" y="108832"/>
                  <a:pt x="108643" y="111482"/>
                  <a:pt x="102965" y="111482"/>
                </a:cubicBezTo>
                <a:cubicBezTo>
                  <a:pt x="13817" y="111482"/>
                  <a:pt x="13817" y="111482"/>
                  <a:pt x="13817" y="111482"/>
                </a:cubicBezTo>
                <a:cubicBezTo>
                  <a:pt x="10977" y="111482"/>
                  <a:pt x="8328" y="108832"/>
                  <a:pt x="8328" y="105993"/>
                </a:cubicBezTo>
                <a:cubicBezTo>
                  <a:pt x="8328" y="16845"/>
                  <a:pt x="8328" y="16845"/>
                  <a:pt x="8328" y="16845"/>
                </a:cubicBezTo>
                <a:cubicBezTo>
                  <a:pt x="8328" y="11167"/>
                  <a:pt x="10977" y="8517"/>
                  <a:pt x="13817" y="8517"/>
                </a:cubicBezTo>
                <a:cubicBezTo>
                  <a:pt x="102965" y="8517"/>
                  <a:pt x="102965" y="8517"/>
                  <a:pt x="102965" y="8517"/>
                </a:cubicBezTo>
                <a:cubicBezTo>
                  <a:pt x="108643" y="8517"/>
                  <a:pt x="111293" y="11167"/>
                  <a:pt x="111293" y="16845"/>
                </a:cubicBezTo>
                <a:lnTo>
                  <a:pt x="111293" y="105993"/>
                </a:lnTo>
                <a:close/>
                <a:moveTo>
                  <a:pt x="91798" y="22334"/>
                </a:moveTo>
                <a:lnTo>
                  <a:pt x="91798" y="22334"/>
                </a:lnTo>
                <a:cubicBezTo>
                  <a:pt x="75141" y="22334"/>
                  <a:pt x="75141" y="22334"/>
                  <a:pt x="75141" y="22334"/>
                </a:cubicBezTo>
                <a:cubicBezTo>
                  <a:pt x="72492" y="22334"/>
                  <a:pt x="69463" y="25173"/>
                  <a:pt x="69463" y="28012"/>
                </a:cubicBezTo>
                <a:cubicBezTo>
                  <a:pt x="69463" y="28012"/>
                  <a:pt x="72492" y="30662"/>
                  <a:pt x="75141" y="30662"/>
                </a:cubicBezTo>
                <a:cubicBezTo>
                  <a:pt x="83470" y="30662"/>
                  <a:pt x="83470" y="30662"/>
                  <a:pt x="83470" y="30662"/>
                </a:cubicBezTo>
                <a:cubicBezTo>
                  <a:pt x="66813" y="47507"/>
                  <a:pt x="66813" y="47507"/>
                  <a:pt x="66813" y="47507"/>
                </a:cubicBezTo>
                <a:cubicBezTo>
                  <a:pt x="72492" y="52996"/>
                  <a:pt x="72492" y="52996"/>
                  <a:pt x="72492" y="52996"/>
                </a:cubicBezTo>
                <a:cubicBezTo>
                  <a:pt x="89148" y="36340"/>
                  <a:pt x="89148" y="36340"/>
                  <a:pt x="89148" y="36340"/>
                </a:cubicBezTo>
                <a:cubicBezTo>
                  <a:pt x="89148" y="44668"/>
                  <a:pt x="89148" y="44668"/>
                  <a:pt x="89148" y="44668"/>
                </a:cubicBezTo>
                <a:cubicBezTo>
                  <a:pt x="89148" y="47507"/>
                  <a:pt x="91798" y="50347"/>
                  <a:pt x="91798" y="50347"/>
                </a:cubicBezTo>
                <a:cubicBezTo>
                  <a:pt x="94637" y="50347"/>
                  <a:pt x="97476" y="47507"/>
                  <a:pt x="97476" y="44668"/>
                </a:cubicBezTo>
                <a:cubicBezTo>
                  <a:pt x="97476" y="28012"/>
                  <a:pt x="97476" y="28012"/>
                  <a:pt x="97476" y="28012"/>
                </a:cubicBezTo>
                <a:cubicBezTo>
                  <a:pt x="97476" y="25173"/>
                  <a:pt x="97476" y="25173"/>
                  <a:pt x="94637" y="25173"/>
                </a:cubicBezTo>
                <a:cubicBezTo>
                  <a:pt x="94637" y="22334"/>
                  <a:pt x="94637" y="22334"/>
                  <a:pt x="91798" y="2233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21844" tIns="60934" rIns="121844" bIns="60934" anchor="ctr" anchorCtr="0">
            <a:noAutofit/>
          </a:bodyPr>
          <a:lstStyle/>
          <a:p>
            <a:endParaRPr sz="450">
              <a:solidFill>
                <a:schemeClr val="dk1"/>
              </a:solidFill>
              <a:latin typeface="汉仪旗黑 55简" panose="00020600040101010101" pitchFamily="18" charset="-122"/>
              <a:ea typeface="汉仪旗黑 55简" panose="00020600040101010101" pitchFamily="18" charset="-122"/>
              <a:cs typeface="Calibri"/>
              <a:sym typeface="汉仪旗黑 55简" panose="00020600040101010101" pitchFamily="18" charset="-122"/>
            </a:endParaRPr>
          </a:p>
        </p:txBody>
      </p:sp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CBA893AE-B21E-487E-9EC2-D62D9F36F998}"/>
              </a:ext>
            </a:extLst>
          </p:cNvPr>
          <p:cNvSpPr/>
          <p:nvPr/>
        </p:nvSpPr>
        <p:spPr>
          <a:xfrm>
            <a:off x="2639631" y="4104313"/>
            <a:ext cx="355416" cy="3660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7059" y="16845"/>
                </a:moveTo>
                <a:lnTo>
                  <a:pt x="17059" y="16845"/>
                </a:lnTo>
                <a:cubicBezTo>
                  <a:pt x="17059" y="16845"/>
                  <a:pt x="14151" y="16845"/>
                  <a:pt x="14151" y="19495"/>
                </a:cubicBezTo>
                <a:cubicBezTo>
                  <a:pt x="14151" y="22334"/>
                  <a:pt x="17059" y="22334"/>
                  <a:pt x="17059" y="22334"/>
                </a:cubicBezTo>
                <a:cubicBezTo>
                  <a:pt x="19967" y="22334"/>
                  <a:pt x="22875" y="22334"/>
                  <a:pt x="22875" y="19495"/>
                </a:cubicBezTo>
                <a:cubicBezTo>
                  <a:pt x="22875" y="16845"/>
                  <a:pt x="19967" y="16845"/>
                  <a:pt x="17059" y="16845"/>
                </a:cubicBezTo>
                <a:close/>
                <a:moveTo>
                  <a:pt x="105654" y="0"/>
                </a:moveTo>
                <a:lnTo>
                  <a:pt x="105654" y="0"/>
                </a:lnTo>
                <a:cubicBezTo>
                  <a:pt x="14151" y="0"/>
                  <a:pt x="14151" y="0"/>
                  <a:pt x="14151" y="0"/>
                </a:cubicBezTo>
                <a:cubicBezTo>
                  <a:pt x="5621" y="0"/>
                  <a:pt x="0" y="8328"/>
                  <a:pt x="0" y="16845"/>
                </a:cubicBezTo>
                <a:cubicBezTo>
                  <a:pt x="0" y="105993"/>
                  <a:pt x="0" y="105993"/>
                  <a:pt x="0" y="105993"/>
                </a:cubicBezTo>
                <a:cubicBezTo>
                  <a:pt x="0" y="114321"/>
                  <a:pt x="5621" y="119810"/>
                  <a:pt x="14151" y="119810"/>
                </a:cubicBezTo>
                <a:cubicBezTo>
                  <a:pt x="105654" y="119810"/>
                  <a:pt x="105654" y="119810"/>
                  <a:pt x="105654" y="119810"/>
                </a:cubicBezTo>
                <a:cubicBezTo>
                  <a:pt x="114184" y="119810"/>
                  <a:pt x="119806" y="114321"/>
                  <a:pt x="119806" y="105993"/>
                </a:cubicBezTo>
                <a:cubicBezTo>
                  <a:pt x="119806" y="16845"/>
                  <a:pt x="119806" y="16845"/>
                  <a:pt x="119806" y="16845"/>
                </a:cubicBezTo>
                <a:cubicBezTo>
                  <a:pt x="119806" y="8328"/>
                  <a:pt x="114184" y="0"/>
                  <a:pt x="105654" y="0"/>
                </a:cubicBezTo>
                <a:close/>
                <a:moveTo>
                  <a:pt x="114184" y="105993"/>
                </a:moveTo>
                <a:lnTo>
                  <a:pt x="114184" y="105993"/>
                </a:lnTo>
                <a:cubicBezTo>
                  <a:pt x="114184" y="108643"/>
                  <a:pt x="108368" y="111482"/>
                  <a:pt x="105654" y="111482"/>
                </a:cubicBezTo>
                <a:cubicBezTo>
                  <a:pt x="14151" y="111482"/>
                  <a:pt x="14151" y="111482"/>
                  <a:pt x="14151" y="111482"/>
                </a:cubicBezTo>
                <a:cubicBezTo>
                  <a:pt x="11437" y="111482"/>
                  <a:pt x="5621" y="108643"/>
                  <a:pt x="5621" y="105993"/>
                </a:cubicBezTo>
                <a:cubicBezTo>
                  <a:pt x="5621" y="38990"/>
                  <a:pt x="5621" y="38990"/>
                  <a:pt x="5621" y="38990"/>
                </a:cubicBezTo>
                <a:cubicBezTo>
                  <a:pt x="114184" y="38990"/>
                  <a:pt x="114184" y="38990"/>
                  <a:pt x="114184" y="38990"/>
                </a:cubicBezTo>
                <a:lnTo>
                  <a:pt x="114184" y="105993"/>
                </a:lnTo>
                <a:close/>
                <a:moveTo>
                  <a:pt x="114184" y="30662"/>
                </a:moveTo>
                <a:lnTo>
                  <a:pt x="114184" y="30662"/>
                </a:lnTo>
                <a:cubicBezTo>
                  <a:pt x="5621" y="30662"/>
                  <a:pt x="5621" y="30662"/>
                  <a:pt x="5621" y="30662"/>
                </a:cubicBezTo>
                <a:cubicBezTo>
                  <a:pt x="5621" y="16845"/>
                  <a:pt x="5621" y="16845"/>
                  <a:pt x="5621" y="16845"/>
                </a:cubicBezTo>
                <a:cubicBezTo>
                  <a:pt x="5621" y="11167"/>
                  <a:pt x="11437" y="8328"/>
                  <a:pt x="14151" y="8328"/>
                </a:cubicBezTo>
                <a:cubicBezTo>
                  <a:pt x="105654" y="8328"/>
                  <a:pt x="105654" y="8328"/>
                  <a:pt x="105654" y="8328"/>
                </a:cubicBezTo>
                <a:cubicBezTo>
                  <a:pt x="108368" y="8328"/>
                  <a:pt x="114184" y="11167"/>
                  <a:pt x="114184" y="16845"/>
                </a:cubicBezTo>
                <a:lnTo>
                  <a:pt x="114184" y="30662"/>
                </a:lnTo>
                <a:close/>
                <a:moveTo>
                  <a:pt x="48465" y="16845"/>
                </a:moveTo>
                <a:lnTo>
                  <a:pt x="48465" y="16845"/>
                </a:lnTo>
                <a:cubicBezTo>
                  <a:pt x="45557" y="16845"/>
                  <a:pt x="45557" y="16845"/>
                  <a:pt x="45557" y="19495"/>
                </a:cubicBezTo>
                <a:cubicBezTo>
                  <a:pt x="45557" y="22334"/>
                  <a:pt x="45557" y="22334"/>
                  <a:pt x="48465" y="22334"/>
                </a:cubicBezTo>
                <a:cubicBezTo>
                  <a:pt x="51373" y="22334"/>
                  <a:pt x="51373" y="22334"/>
                  <a:pt x="51373" y="19495"/>
                </a:cubicBezTo>
                <a:cubicBezTo>
                  <a:pt x="51373" y="16845"/>
                  <a:pt x="51373" y="16845"/>
                  <a:pt x="48465" y="16845"/>
                </a:cubicBezTo>
                <a:close/>
                <a:moveTo>
                  <a:pt x="34313" y="16845"/>
                </a:moveTo>
                <a:lnTo>
                  <a:pt x="34313" y="16845"/>
                </a:lnTo>
                <a:cubicBezTo>
                  <a:pt x="31405" y="16845"/>
                  <a:pt x="28497" y="16845"/>
                  <a:pt x="28497" y="19495"/>
                </a:cubicBezTo>
                <a:cubicBezTo>
                  <a:pt x="28497" y="22334"/>
                  <a:pt x="31405" y="22334"/>
                  <a:pt x="34313" y="22334"/>
                </a:cubicBezTo>
                <a:cubicBezTo>
                  <a:pt x="34313" y="22334"/>
                  <a:pt x="37027" y="22334"/>
                  <a:pt x="37027" y="19495"/>
                </a:cubicBezTo>
                <a:cubicBezTo>
                  <a:pt x="37027" y="16845"/>
                  <a:pt x="34313" y="16845"/>
                  <a:pt x="34313" y="1684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21844" tIns="60934" rIns="121844" bIns="60934" anchor="ctr" anchorCtr="0">
            <a:noAutofit/>
          </a:bodyPr>
          <a:lstStyle/>
          <a:p>
            <a:endParaRPr sz="450">
              <a:solidFill>
                <a:schemeClr val="dk1"/>
              </a:solidFill>
              <a:latin typeface="汉仪旗黑 55简" panose="00020600040101010101" pitchFamily="18" charset="-122"/>
              <a:ea typeface="汉仪旗黑 55简" panose="00020600040101010101" pitchFamily="18" charset="-122"/>
              <a:cs typeface="Calibri"/>
              <a:sym typeface="汉仪旗黑 55简" panose="00020600040101010101" pitchFamily="18" charset="-122"/>
            </a:endParaRPr>
          </a:p>
        </p:txBody>
      </p: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EA4FC88F-27E0-4478-8FF6-CC5739C63BC8}"/>
              </a:ext>
            </a:extLst>
          </p:cNvPr>
          <p:cNvSpPr/>
          <p:nvPr/>
        </p:nvSpPr>
        <p:spPr>
          <a:xfrm>
            <a:off x="9356197" y="1453595"/>
            <a:ext cx="365993" cy="3660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4826" y="44479"/>
                </a:moveTo>
                <a:lnTo>
                  <a:pt x="94826" y="44479"/>
                </a:lnTo>
                <a:cubicBezTo>
                  <a:pt x="86498" y="44479"/>
                  <a:pt x="83659" y="50157"/>
                  <a:pt x="83659" y="55646"/>
                </a:cubicBezTo>
                <a:cubicBezTo>
                  <a:pt x="83659" y="64164"/>
                  <a:pt x="86498" y="66813"/>
                  <a:pt x="94826" y="66813"/>
                </a:cubicBezTo>
                <a:cubicBezTo>
                  <a:pt x="100315" y="66813"/>
                  <a:pt x="105993" y="64164"/>
                  <a:pt x="105993" y="55646"/>
                </a:cubicBezTo>
                <a:cubicBezTo>
                  <a:pt x="105993" y="50157"/>
                  <a:pt x="100315" y="44479"/>
                  <a:pt x="94826" y="44479"/>
                </a:cubicBezTo>
                <a:close/>
                <a:moveTo>
                  <a:pt x="97665" y="61324"/>
                </a:moveTo>
                <a:lnTo>
                  <a:pt x="97665" y="61324"/>
                </a:lnTo>
                <a:cubicBezTo>
                  <a:pt x="89148" y="61324"/>
                  <a:pt x="89148" y="61324"/>
                  <a:pt x="89148" y="61324"/>
                </a:cubicBezTo>
                <a:cubicBezTo>
                  <a:pt x="89148" y="52996"/>
                  <a:pt x="89148" y="52996"/>
                  <a:pt x="89148" y="52996"/>
                </a:cubicBezTo>
                <a:cubicBezTo>
                  <a:pt x="97665" y="52996"/>
                  <a:pt x="97665" y="52996"/>
                  <a:pt x="97665" y="52996"/>
                </a:cubicBezTo>
                <a:lnTo>
                  <a:pt x="97665" y="61324"/>
                </a:lnTo>
                <a:close/>
                <a:moveTo>
                  <a:pt x="100315" y="97476"/>
                </a:moveTo>
                <a:lnTo>
                  <a:pt x="100315" y="97476"/>
                </a:lnTo>
                <a:cubicBezTo>
                  <a:pt x="86498" y="97476"/>
                  <a:pt x="86498" y="97476"/>
                  <a:pt x="86498" y="97476"/>
                </a:cubicBezTo>
                <a:cubicBezTo>
                  <a:pt x="83659" y="97476"/>
                  <a:pt x="83659" y="100315"/>
                  <a:pt x="83659" y="100315"/>
                </a:cubicBezTo>
                <a:cubicBezTo>
                  <a:pt x="83659" y="103154"/>
                  <a:pt x="83659" y="105993"/>
                  <a:pt x="86498" y="105993"/>
                </a:cubicBezTo>
                <a:cubicBezTo>
                  <a:pt x="100315" y="105993"/>
                  <a:pt x="100315" y="105993"/>
                  <a:pt x="100315" y="105993"/>
                </a:cubicBezTo>
                <a:cubicBezTo>
                  <a:pt x="103154" y="105993"/>
                  <a:pt x="105993" y="103154"/>
                  <a:pt x="105993" y="100315"/>
                </a:cubicBezTo>
                <a:cubicBezTo>
                  <a:pt x="105993" y="100315"/>
                  <a:pt x="103154" y="97476"/>
                  <a:pt x="100315" y="97476"/>
                </a:cubicBezTo>
                <a:close/>
                <a:moveTo>
                  <a:pt x="67003" y="44479"/>
                </a:moveTo>
                <a:lnTo>
                  <a:pt x="67003" y="44479"/>
                </a:lnTo>
                <a:cubicBezTo>
                  <a:pt x="22334" y="44479"/>
                  <a:pt x="22334" y="44479"/>
                  <a:pt x="22334" y="44479"/>
                </a:cubicBezTo>
                <a:cubicBezTo>
                  <a:pt x="19495" y="44479"/>
                  <a:pt x="16845" y="50157"/>
                  <a:pt x="16845" y="52996"/>
                </a:cubicBezTo>
                <a:cubicBezTo>
                  <a:pt x="16845" y="97476"/>
                  <a:pt x="16845" y="97476"/>
                  <a:pt x="16845" y="97476"/>
                </a:cubicBezTo>
                <a:cubicBezTo>
                  <a:pt x="16845" y="100315"/>
                  <a:pt x="19495" y="105993"/>
                  <a:pt x="22334" y="105993"/>
                </a:cubicBezTo>
                <a:cubicBezTo>
                  <a:pt x="67003" y="105993"/>
                  <a:pt x="67003" y="105993"/>
                  <a:pt x="67003" y="105993"/>
                </a:cubicBezTo>
                <a:cubicBezTo>
                  <a:pt x="72492" y="105993"/>
                  <a:pt x="75331" y="100315"/>
                  <a:pt x="75331" y="97476"/>
                </a:cubicBezTo>
                <a:cubicBezTo>
                  <a:pt x="75331" y="52996"/>
                  <a:pt x="75331" y="52996"/>
                  <a:pt x="75331" y="52996"/>
                </a:cubicBezTo>
                <a:cubicBezTo>
                  <a:pt x="75331" y="50157"/>
                  <a:pt x="72492" y="44479"/>
                  <a:pt x="67003" y="44479"/>
                </a:cubicBezTo>
                <a:close/>
                <a:moveTo>
                  <a:pt x="67003" y="94826"/>
                </a:moveTo>
                <a:lnTo>
                  <a:pt x="67003" y="94826"/>
                </a:lnTo>
                <a:cubicBezTo>
                  <a:pt x="67003" y="94826"/>
                  <a:pt x="67003" y="97476"/>
                  <a:pt x="64164" y="97476"/>
                </a:cubicBezTo>
                <a:cubicBezTo>
                  <a:pt x="28012" y="97476"/>
                  <a:pt x="28012" y="97476"/>
                  <a:pt x="28012" y="97476"/>
                </a:cubicBezTo>
                <a:cubicBezTo>
                  <a:pt x="25173" y="97476"/>
                  <a:pt x="22334" y="94826"/>
                  <a:pt x="22334" y="94826"/>
                </a:cubicBezTo>
                <a:cubicBezTo>
                  <a:pt x="22334" y="55646"/>
                  <a:pt x="22334" y="55646"/>
                  <a:pt x="22334" y="55646"/>
                </a:cubicBezTo>
                <a:cubicBezTo>
                  <a:pt x="22334" y="55646"/>
                  <a:pt x="25173" y="52996"/>
                  <a:pt x="28012" y="52996"/>
                </a:cubicBezTo>
                <a:cubicBezTo>
                  <a:pt x="64164" y="52996"/>
                  <a:pt x="64164" y="52996"/>
                  <a:pt x="64164" y="52996"/>
                </a:cubicBezTo>
                <a:cubicBezTo>
                  <a:pt x="67003" y="52996"/>
                  <a:pt x="67003" y="55646"/>
                  <a:pt x="67003" y="55646"/>
                </a:cubicBezTo>
                <a:lnTo>
                  <a:pt x="67003" y="94826"/>
                </a:lnTo>
                <a:close/>
                <a:moveTo>
                  <a:pt x="100315" y="86309"/>
                </a:moveTo>
                <a:lnTo>
                  <a:pt x="100315" y="86309"/>
                </a:lnTo>
                <a:cubicBezTo>
                  <a:pt x="86498" y="86309"/>
                  <a:pt x="86498" y="86309"/>
                  <a:pt x="86498" y="86309"/>
                </a:cubicBezTo>
                <a:cubicBezTo>
                  <a:pt x="83659" y="86309"/>
                  <a:pt x="83659" y="89148"/>
                  <a:pt x="83659" y="89148"/>
                </a:cubicBezTo>
                <a:cubicBezTo>
                  <a:pt x="83659" y="91987"/>
                  <a:pt x="83659" y="94826"/>
                  <a:pt x="86498" y="94826"/>
                </a:cubicBezTo>
                <a:cubicBezTo>
                  <a:pt x="100315" y="94826"/>
                  <a:pt x="100315" y="94826"/>
                  <a:pt x="100315" y="94826"/>
                </a:cubicBezTo>
                <a:cubicBezTo>
                  <a:pt x="103154" y="94826"/>
                  <a:pt x="105993" y="91987"/>
                  <a:pt x="105993" y="89148"/>
                </a:cubicBezTo>
                <a:cubicBezTo>
                  <a:pt x="105993" y="89148"/>
                  <a:pt x="103154" y="86309"/>
                  <a:pt x="100315" y="86309"/>
                </a:cubicBezTo>
                <a:close/>
                <a:moveTo>
                  <a:pt x="105993" y="30662"/>
                </a:moveTo>
                <a:lnTo>
                  <a:pt x="105993" y="30662"/>
                </a:lnTo>
                <a:cubicBezTo>
                  <a:pt x="69842" y="30662"/>
                  <a:pt x="69842" y="30662"/>
                  <a:pt x="69842" y="30662"/>
                </a:cubicBezTo>
                <a:cubicBezTo>
                  <a:pt x="103154" y="8328"/>
                  <a:pt x="103154" y="8328"/>
                  <a:pt x="103154" y="8328"/>
                </a:cubicBezTo>
                <a:cubicBezTo>
                  <a:pt x="105993" y="8328"/>
                  <a:pt x="105993" y="5678"/>
                  <a:pt x="103154" y="2839"/>
                </a:cubicBezTo>
                <a:cubicBezTo>
                  <a:pt x="103154" y="0"/>
                  <a:pt x="100315" y="0"/>
                  <a:pt x="100315" y="2839"/>
                </a:cubicBezTo>
                <a:cubicBezTo>
                  <a:pt x="100315" y="2839"/>
                  <a:pt x="64164" y="25173"/>
                  <a:pt x="61324" y="27823"/>
                </a:cubicBezTo>
                <a:cubicBezTo>
                  <a:pt x="22334" y="2839"/>
                  <a:pt x="22334" y="2839"/>
                  <a:pt x="22334" y="2839"/>
                </a:cubicBezTo>
                <a:cubicBezTo>
                  <a:pt x="19495" y="0"/>
                  <a:pt x="16845" y="0"/>
                  <a:pt x="16845" y="2839"/>
                </a:cubicBezTo>
                <a:cubicBezTo>
                  <a:pt x="16845" y="5678"/>
                  <a:pt x="16845" y="8328"/>
                  <a:pt x="16845" y="8328"/>
                </a:cubicBezTo>
                <a:cubicBezTo>
                  <a:pt x="50157" y="30662"/>
                  <a:pt x="50157" y="30662"/>
                  <a:pt x="50157" y="30662"/>
                </a:cubicBezTo>
                <a:cubicBezTo>
                  <a:pt x="16845" y="30662"/>
                  <a:pt x="16845" y="30662"/>
                  <a:pt x="16845" y="30662"/>
                </a:cubicBezTo>
                <a:cubicBezTo>
                  <a:pt x="8517" y="30662"/>
                  <a:pt x="0" y="36340"/>
                  <a:pt x="0" y="44479"/>
                </a:cubicBezTo>
                <a:cubicBezTo>
                  <a:pt x="0" y="105993"/>
                  <a:pt x="0" y="105993"/>
                  <a:pt x="0" y="105993"/>
                </a:cubicBezTo>
                <a:cubicBezTo>
                  <a:pt x="0" y="114321"/>
                  <a:pt x="8517" y="119810"/>
                  <a:pt x="16845" y="119810"/>
                </a:cubicBezTo>
                <a:cubicBezTo>
                  <a:pt x="105993" y="119810"/>
                  <a:pt x="105993" y="119810"/>
                  <a:pt x="105993" y="119810"/>
                </a:cubicBezTo>
                <a:cubicBezTo>
                  <a:pt x="114321" y="119810"/>
                  <a:pt x="119810" y="114321"/>
                  <a:pt x="119810" y="105993"/>
                </a:cubicBezTo>
                <a:cubicBezTo>
                  <a:pt x="119810" y="44479"/>
                  <a:pt x="119810" y="44479"/>
                  <a:pt x="119810" y="44479"/>
                </a:cubicBezTo>
                <a:cubicBezTo>
                  <a:pt x="119810" y="36340"/>
                  <a:pt x="114321" y="30662"/>
                  <a:pt x="105993" y="30662"/>
                </a:cubicBezTo>
                <a:close/>
                <a:moveTo>
                  <a:pt x="111482" y="105993"/>
                </a:moveTo>
                <a:lnTo>
                  <a:pt x="111482" y="105993"/>
                </a:lnTo>
                <a:cubicBezTo>
                  <a:pt x="111482" y="108643"/>
                  <a:pt x="108832" y="111482"/>
                  <a:pt x="105993" y="111482"/>
                </a:cubicBezTo>
                <a:cubicBezTo>
                  <a:pt x="16845" y="111482"/>
                  <a:pt x="16845" y="111482"/>
                  <a:pt x="16845" y="111482"/>
                </a:cubicBezTo>
                <a:cubicBezTo>
                  <a:pt x="11167" y="111482"/>
                  <a:pt x="8517" y="108643"/>
                  <a:pt x="8517" y="105993"/>
                </a:cubicBezTo>
                <a:cubicBezTo>
                  <a:pt x="8517" y="44479"/>
                  <a:pt x="8517" y="44479"/>
                  <a:pt x="8517" y="44479"/>
                </a:cubicBezTo>
                <a:cubicBezTo>
                  <a:pt x="8517" y="41829"/>
                  <a:pt x="11167" y="38990"/>
                  <a:pt x="16845" y="38990"/>
                </a:cubicBezTo>
                <a:cubicBezTo>
                  <a:pt x="105993" y="38990"/>
                  <a:pt x="105993" y="38990"/>
                  <a:pt x="105993" y="38990"/>
                </a:cubicBezTo>
                <a:cubicBezTo>
                  <a:pt x="108832" y="38990"/>
                  <a:pt x="111482" y="41829"/>
                  <a:pt x="111482" y="44479"/>
                </a:cubicBezTo>
                <a:lnTo>
                  <a:pt x="111482" y="1059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21844" tIns="60934" rIns="121844" bIns="60934" anchor="ctr" anchorCtr="0">
            <a:noAutofit/>
          </a:bodyPr>
          <a:lstStyle/>
          <a:p>
            <a:endParaRPr sz="450">
              <a:solidFill>
                <a:schemeClr val="dk1"/>
              </a:solidFill>
              <a:latin typeface="汉仪旗黑 55简" panose="00020600040101010101" pitchFamily="18" charset="-122"/>
              <a:ea typeface="汉仪旗黑 55简" panose="00020600040101010101" pitchFamily="18" charset="-122"/>
              <a:cs typeface="Calibri"/>
              <a:sym typeface="汉仪旗黑 55简" panose="00020600040101010101" pitchFamily="18" charset="-122"/>
            </a:endParaRPr>
          </a:p>
        </p:txBody>
      </p:sp>
      <p:sp>
        <p:nvSpPr>
          <p:cNvPr id="21" name="演示研究所 SlideLab.cc">
            <a:extLst>
              <a:ext uri="{FF2B5EF4-FFF2-40B4-BE49-F238E27FC236}">
                <a16:creationId xmlns:a16="http://schemas.microsoft.com/office/drawing/2014/main" id="{A36CA147-C3EC-44EF-9903-51A9538401A3}"/>
              </a:ext>
            </a:extLst>
          </p:cNvPr>
          <p:cNvSpPr/>
          <p:nvPr/>
        </p:nvSpPr>
        <p:spPr>
          <a:xfrm>
            <a:off x="2639631" y="1484838"/>
            <a:ext cx="355416" cy="31741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5654" y="16263"/>
                </a:moveTo>
                <a:lnTo>
                  <a:pt x="105654" y="16263"/>
                </a:lnTo>
                <a:cubicBezTo>
                  <a:pt x="94216" y="16263"/>
                  <a:pt x="94216" y="16263"/>
                  <a:pt x="94216" y="16263"/>
                </a:cubicBezTo>
                <a:cubicBezTo>
                  <a:pt x="91308" y="6593"/>
                  <a:pt x="91308" y="6593"/>
                  <a:pt x="91308" y="6593"/>
                </a:cubicBezTo>
                <a:cubicBezTo>
                  <a:pt x="88400" y="3296"/>
                  <a:pt x="85492" y="0"/>
                  <a:pt x="82778" y="0"/>
                </a:cubicBezTo>
                <a:cubicBezTo>
                  <a:pt x="37027" y="0"/>
                  <a:pt x="37027" y="0"/>
                  <a:pt x="37027" y="0"/>
                </a:cubicBezTo>
                <a:cubicBezTo>
                  <a:pt x="34313" y="0"/>
                  <a:pt x="31405" y="3296"/>
                  <a:pt x="28497" y="6593"/>
                </a:cubicBezTo>
                <a:cubicBezTo>
                  <a:pt x="25589" y="16263"/>
                  <a:pt x="25589" y="16263"/>
                  <a:pt x="25589" y="16263"/>
                </a:cubicBezTo>
                <a:cubicBezTo>
                  <a:pt x="14151" y="16263"/>
                  <a:pt x="14151" y="16263"/>
                  <a:pt x="14151" y="16263"/>
                </a:cubicBezTo>
                <a:cubicBezTo>
                  <a:pt x="5621" y="16263"/>
                  <a:pt x="0" y="22857"/>
                  <a:pt x="0" y="32307"/>
                </a:cubicBezTo>
                <a:cubicBezTo>
                  <a:pt x="0" y="103736"/>
                  <a:pt x="0" y="103736"/>
                  <a:pt x="0" y="103736"/>
                </a:cubicBezTo>
                <a:cubicBezTo>
                  <a:pt x="0" y="113406"/>
                  <a:pt x="5621" y="119780"/>
                  <a:pt x="14151" y="119780"/>
                </a:cubicBezTo>
                <a:cubicBezTo>
                  <a:pt x="105654" y="119780"/>
                  <a:pt x="105654" y="119780"/>
                  <a:pt x="105654" y="119780"/>
                </a:cubicBezTo>
                <a:cubicBezTo>
                  <a:pt x="114184" y="119780"/>
                  <a:pt x="119806" y="113406"/>
                  <a:pt x="119806" y="103736"/>
                </a:cubicBezTo>
                <a:cubicBezTo>
                  <a:pt x="119806" y="32307"/>
                  <a:pt x="119806" y="32307"/>
                  <a:pt x="119806" y="32307"/>
                </a:cubicBezTo>
                <a:cubicBezTo>
                  <a:pt x="119806" y="22857"/>
                  <a:pt x="114184" y="16263"/>
                  <a:pt x="105654" y="16263"/>
                </a:cubicBezTo>
                <a:close/>
                <a:moveTo>
                  <a:pt x="114184" y="103736"/>
                </a:moveTo>
                <a:lnTo>
                  <a:pt x="114184" y="103736"/>
                </a:lnTo>
                <a:cubicBezTo>
                  <a:pt x="114184" y="106813"/>
                  <a:pt x="108368" y="110109"/>
                  <a:pt x="105654" y="110109"/>
                </a:cubicBezTo>
                <a:cubicBezTo>
                  <a:pt x="14151" y="110109"/>
                  <a:pt x="14151" y="110109"/>
                  <a:pt x="14151" y="110109"/>
                </a:cubicBezTo>
                <a:cubicBezTo>
                  <a:pt x="11437" y="110109"/>
                  <a:pt x="5621" y="106813"/>
                  <a:pt x="5621" y="103736"/>
                </a:cubicBezTo>
                <a:cubicBezTo>
                  <a:pt x="5621" y="32307"/>
                  <a:pt x="5621" y="32307"/>
                  <a:pt x="5621" y="32307"/>
                </a:cubicBezTo>
                <a:cubicBezTo>
                  <a:pt x="5621" y="29230"/>
                  <a:pt x="11437" y="25934"/>
                  <a:pt x="14151" y="25934"/>
                </a:cubicBezTo>
                <a:cubicBezTo>
                  <a:pt x="28497" y="25934"/>
                  <a:pt x="28497" y="25934"/>
                  <a:pt x="28497" y="25934"/>
                </a:cubicBezTo>
                <a:cubicBezTo>
                  <a:pt x="34313" y="16263"/>
                  <a:pt x="34313" y="16263"/>
                  <a:pt x="34313" y="16263"/>
                </a:cubicBezTo>
                <a:cubicBezTo>
                  <a:pt x="37027" y="9890"/>
                  <a:pt x="37027" y="6593"/>
                  <a:pt x="39935" y="6593"/>
                </a:cubicBezTo>
                <a:cubicBezTo>
                  <a:pt x="79870" y="6593"/>
                  <a:pt x="79870" y="6593"/>
                  <a:pt x="79870" y="6593"/>
                </a:cubicBezTo>
                <a:cubicBezTo>
                  <a:pt x="82778" y="6593"/>
                  <a:pt x="82778" y="9890"/>
                  <a:pt x="85492" y="16263"/>
                </a:cubicBezTo>
                <a:cubicBezTo>
                  <a:pt x="91308" y="25934"/>
                  <a:pt x="91308" y="25934"/>
                  <a:pt x="91308" y="25934"/>
                </a:cubicBezTo>
                <a:cubicBezTo>
                  <a:pt x="105654" y="25934"/>
                  <a:pt x="105654" y="25934"/>
                  <a:pt x="105654" y="25934"/>
                </a:cubicBezTo>
                <a:cubicBezTo>
                  <a:pt x="108368" y="25934"/>
                  <a:pt x="114184" y="29230"/>
                  <a:pt x="114184" y="32307"/>
                </a:cubicBezTo>
                <a:lnTo>
                  <a:pt x="114184" y="103736"/>
                </a:lnTo>
                <a:close/>
                <a:moveTo>
                  <a:pt x="59903" y="32307"/>
                </a:moveTo>
                <a:lnTo>
                  <a:pt x="59903" y="32307"/>
                </a:lnTo>
                <a:cubicBezTo>
                  <a:pt x="42843" y="32307"/>
                  <a:pt x="28497" y="48571"/>
                  <a:pt x="28497" y="68131"/>
                </a:cubicBezTo>
                <a:cubicBezTo>
                  <a:pt x="28497" y="87472"/>
                  <a:pt x="42843" y="103736"/>
                  <a:pt x="59903" y="103736"/>
                </a:cubicBezTo>
                <a:cubicBezTo>
                  <a:pt x="77156" y="103736"/>
                  <a:pt x="91308" y="87472"/>
                  <a:pt x="91308" y="68131"/>
                </a:cubicBezTo>
                <a:cubicBezTo>
                  <a:pt x="91308" y="48571"/>
                  <a:pt x="77156" y="32307"/>
                  <a:pt x="59903" y="32307"/>
                </a:cubicBezTo>
                <a:close/>
                <a:moveTo>
                  <a:pt x="59903" y="93846"/>
                </a:moveTo>
                <a:lnTo>
                  <a:pt x="59903" y="93846"/>
                </a:lnTo>
                <a:cubicBezTo>
                  <a:pt x="48465" y="93846"/>
                  <a:pt x="37027" y="80879"/>
                  <a:pt x="37027" y="68131"/>
                </a:cubicBezTo>
                <a:cubicBezTo>
                  <a:pt x="37027" y="55164"/>
                  <a:pt x="48465" y="42197"/>
                  <a:pt x="59903" y="42197"/>
                </a:cubicBezTo>
                <a:cubicBezTo>
                  <a:pt x="71340" y="42197"/>
                  <a:pt x="82778" y="55164"/>
                  <a:pt x="82778" y="68131"/>
                </a:cubicBezTo>
                <a:cubicBezTo>
                  <a:pt x="82778" y="80879"/>
                  <a:pt x="71340" y="93846"/>
                  <a:pt x="59903" y="938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21844" tIns="60934" rIns="121844" bIns="60934" anchor="ctr" anchorCtr="0">
            <a:noAutofit/>
          </a:bodyPr>
          <a:lstStyle/>
          <a:p>
            <a:endParaRPr sz="450">
              <a:solidFill>
                <a:schemeClr val="dk1"/>
              </a:solidFill>
              <a:latin typeface="汉仪旗黑 55简" panose="00020600040101010101" pitchFamily="18" charset="-122"/>
              <a:ea typeface="汉仪旗黑 55简" panose="00020600040101010101" pitchFamily="18" charset="-122"/>
              <a:cs typeface="Calibri"/>
              <a:sym typeface="汉仪旗黑 55简" panose="00020600040101010101" pitchFamily="18" charset="-122"/>
            </a:endParaRPr>
          </a:p>
        </p:txBody>
      </p:sp>
      <p:sp>
        <p:nvSpPr>
          <p:cNvPr id="23" name="演示研究所 SlideLab.cc">
            <a:extLst>
              <a:ext uri="{FF2B5EF4-FFF2-40B4-BE49-F238E27FC236}">
                <a16:creationId xmlns:a16="http://schemas.microsoft.com/office/drawing/2014/main" id="{83999248-2DDB-4B63-83F6-F372D2755D44}"/>
              </a:ext>
            </a:extLst>
          </p:cNvPr>
          <p:cNvSpPr/>
          <p:nvPr/>
        </p:nvSpPr>
        <p:spPr>
          <a:xfrm>
            <a:off x="8233231" y="2573874"/>
            <a:ext cx="1880678" cy="832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5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单击此处输入你的正文，文字是您思想的提炼，为了最终演示发布的良好效果</a:t>
            </a:r>
          </a:p>
        </p:txBody>
      </p:sp>
      <p:sp>
        <p:nvSpPr>
          <p:cNvPr id="24" name="演示研究所 SlideLab.cc">
            <a:extLst>
              <a:ext uri="{FF2B5EF4-FFF2-40B4-BE49-F238E27FC236}">
                <a16:creationId xmlns:a16="http://schemas.microsoft.com/office/drawing/2014/main" id="{DC07BAE7-1068-4235-A033-1CC3FADFD989}"/>
              </a:ext>
            </a:extLst>
          </p:cNvPr>
          <p:cNvSpPr/>
          <p:nvPr/>
        </p:nvSpPr>
        <p:spPr>
          <a:xfrm>
            <a:off x="8831007" y="2138054"/>
            <a:ext cx="12829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添加标题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5" name="演示研究所 SlideLab.cc">
            <a:extLst>
              <a:ext uri="{FF2B5EF4-FFF2-40B4-BE49-F238E27FC236}">
                <a16:creationId xmlns:a16="http://schemas.microsoft.com/office/drawing/2014/main" id="{3C6AB2C3-A93A-4C0B-98E2-E685451B2DA2}"/>
              </a:ext>
            </a:extLst>
          </p:cNvPr>
          <p:cNvSpPr/>
          <p:nvPr/>
        </p:nvSpPr>
        <p:spPr>
          <a:xfrm>
            <a:off x="8233231" y="5225467"/>
            <a:ext cx="1880678" cy="832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5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单击此处输入你的正文，文字是您思想的提炼，为了最终演示发布的良好效果</a:t>
            </a:r>
          </a:p>
        </p:txBody>
      </p:sp>
      <p:sp>
        <p:nvSpPr>
          <p:cNvPr id="26" name="演示研究所 SlideLab.cc">
            <a:extLst>
              <a:ext uri="{FF2B5EF4-FFF2-40B4-BE49-F238E27FC236}">
                <a16:creationId xmlns:a16="http://schemas.microsoft.com/office/drawing/2014/main" id="{0744421F-1375-4957-9410-7C8289DBF3DB}"/>
              </a:ext>
            </a:extLst>
          </p:cNvPr>
          <p:cNvSpPr/>
          <p:nvPr/>
        </p:nvSpPr>
        <p:spPr>
          <a:xfrm>
            <a:off x="8831007" y="4789647"/>
            <a:ext cx="12829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添加标题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7" name="演示研究所 SlideLab.cc">
            <a:extLst>
              <a:ext uri="{FF2B5EF4-FFF2-40B4-BE49-F238E27FC236}">
                <a16:creationId xmlns:a16="http://schemas.microsoft.com/office/drawing/2014/main" id="{3C930855-2C93-4F9A-BE46-7A297A1C2CE3}"/>
              </a:ext>
            </a:extLst>
          </p:cNvPr>
          <p:cNvSpPr/>
          <p:nvPr/>
        </p:nvSpPr>
        <p:spPr>
          <a:xfrm>
            <a:off x="2188960" y="2573874"/>
            <a:ext cx="1880678" cy="832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单击此处输入你的正文，文字是您思想的提炼，为了最终演示发布的良好效果</a:t>
            </a:r>
          </a:p>
        </p:txBody>
      </p:sp>
      <p:sp>
        <p:nvSpPr>
          <p:cNvPr id="28" name="演示研究所 SlideLab.cc">
            <a:extLst>
              <a:ext uri="{FF2B5EF4-FFF2-40B4-BE49-F238E27FC236}">
                <a16:creationId xmlns:a16="http://schemas.microsoft.com/office/drawing/2014/main" id="{1FC93513-9041-465B-B646-B4966D98ECFE}"/>
              </a:ext>
            </a:extLst>
          </p:cNvPr>
          <p:cNvSpPr/>
          <p:nvPr/>
        </p:nvSpPr>
        <p:spPr>
          <a:xfrm>
            <a:off x="2188961" y="2138054"/>
            <a:ext cx="12829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添加标题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9" name="演示研究所 SlideLab.cc">
            <a:extLst>
              <a:ext uri="{FF2B5EF4-FFF2-40B4-BE49-F238E27FC236}">
                <a16:creationId xmlns:a16="http://schemas.microsoft.com/office/drawing/2014/main" id="{6D4A054B-9861-465E-BAF7-850768338191}"/>
              </a:ext>
            </a:extLst>
          </p:cNvPr>
          <p:cNvSpPr/>
          <p:nvPr/>
        </p:nvSpPr>
        <p:spPr>
          <a:xfrm>
            <a:off x="2188960" y="5225467"/>
            <a:ext cx="1880678" cy="832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单击此处输入你的正文，文字是您思想的提炼，为了最终演示发布的良好效果</a:t>
            </a:r>
          </a:p>
        </p:txBody>
      </p:sp>
      <p:sp>
        <p:nvSpPr>
          <p:cNvPr id="30" name="演示研究所 SlideLab.cc">
            <a:extLst>
              <a:ext uri="{FF2B5EF4-FFF2-40B4-BE49-F238E27FC236}">
                <a16:creationId xmlns:a16="http://schemas.microsoft.com/office/drawing/2014/main" id="{D39D7E67-CDD5-48D3-A78E-51A6A69CE4FF}"/>
              </a:ext>
            </a:extLst>
          </p:cNvPr>
          <p:cNvSpPr/>
          <p:nvPr/>
        </p:nvSpPr>
        <p:spPr>
          <a:xfrm>
            <a:off x="2188961" y="4789647"/>
            <a:ext cx="128290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添加标题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grpSp>
        <p:nvGrpSpPr>
          <p:cNvPr id="31" name="演示研究所 SlideLab.cc">
            <a:extLst>
              <a:ext uri="{FF2B5EF4-FFF2-40B4-BE49-F238E27FC236}">
                <a16:creationId xmlns:a16="http://schemas.microsoft.com/office/drawing/2014/main" id="{A272F629-8B1C-6F41-9621-AECAB8D9D3DE}"/>
              </a:ext>
            </a:extLst>
          </p:cNvPr>
          <p:cNvGrpSpPr/>
          <p:nvPr/>
        </p:nvGrpSpPr>
        <p:grpSpPr>
          <a:xfrm>
            <a:off x="4456720" y="1861310"/>
            <a:ext cx="3427044" cy="2886710"/>
            <a:chOff x="10107" y="2911"/>
            <a:chExt cx="2537" cy="2137"/>
          </a:xfrm>
        </p:grpSpPr>
        <p:sp>
          <p:nvSpPr>
            <p:cNvPr id="32" name="演示研究所 SlideLab.cc">
              <a:extLst>
                <a:ext uri="{FF2B5EF4-FFF2-40B4-BE49-F238E27FC236}">
                  <a16:creationId xmlns:a16="http://schemas.microsoft.com/office/drawing/2014/main" id="{9FB245B0-5EAB-CB4E-94B1-9C9CB5FD1A9E}"/>
                </a:ext>
              </a:extLst>
            </p:cNvPr>
            <p:cNvSpPr/>
            <p:nvPr/>
          </p:nvSpPr>
          <p:spPr>
            <a:xfrm rot="5400000">
              <a:off x="10579" y="3151"/>
              <a:ext cx="1564" cy="156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EEEEE"/>
              </a:solidFill>
            </a:ln>
            <a:effectLst>
              <a:outerShdw blurRad="190500" dist="190500" dir="2700000" algn="tl" rotWithShape="0">
                <a:srgbClr val="FED9A5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汉仪旗黑-55简" panose="00020600040101010101" charset="-128"/>
              </a:endParaRPr>
            </a:p>
          </p:txBody>
        </p: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F2B464E5-F223-594F-A06C-097E64DF2696}"/>
                </a:ext>
              </a:extLst>
            </p:cNvPr>
            <p:cNvGrpSpPr/>
            <p:nvPr/>
          </p:nvGrpSpPr>
          <p:grpSpPr>
            <a:xfrm>
              <a:off x="10107" y="2911"/>
              <a:ext cx="2537" cy="2137"/>
              <a:chOff x="2401887" y="6343651"/>
              <a:chExt cx="4222751" cy="3554413"/>
            </a:xfrm>
            <a:gradFill flip="none" rotWithShape="1">
              <a:gsLst>
                <a:gs pos="2000">
                  <a:srgbClr val="FFF5E8"/>
                </a:gs>
                <a:gs pos="34000">
                  <a:srgbClr val="FED9A5">
                    <a:alpha val="100000"/>
                  </a:srgbClr>
                </a:gs>
                <a:gs pos="100000">
                  <a:srgbClr val="FEB664"/>
                </a:gs>
              </a:gsLst>
              <a:lin ang="5400000" scaled="0"/>
            </a:gradFill>
          </p:grpSpPr>
          <p:sp>
            <p:nvSpPr>
              <p:cNvPr id="34" name="演示研究所 SlideLab.cc">
                <a:extLst>
                  <a:ext uri="{FF2B5EF4-FFF2-40B4-BE49-F238E27FC236}">
                    <a16:creationId xmlns:a16="http://schemas.microsoft.com/office/drawing/2014/main" id="{63DB8EC8-531C-3C45-8C99-212A42196223}"/>
                  </a:ext>
                </a:extLst>
              </p:cNvPr>
              <p:cNvSpPr/>
              <p:nvPr/>
            </p:nvSpPr>
            <p:spPr bwMode="auto">
              <a:xfrm>
                <a:off x="4945064" y="6343651"/>
                <a:ext cx="1679574" cy="3519489"/>
              </a:xfrm>
              <a:custGeom>
                <a:avLst/>
                <a:gdLst>
                  <a:gd name="T0" fmla="*/ 683 w 900"/>
                  <a:gd name="T1" fmla="*/ 1322 h 1887"/>
                  <a:gd name="T2" fmla="*/ 621 w 900"/>
                  <a:gd name="T3" fmla="*/ 1439 h 1887"/>
                  <a:gd name="T4" fmla="*/ 824 w 900"/>
                  <a:gd name="T5" fmla="*/ 1387 h 1887"/>
                  <a:gd name="T6" fmla="*/ 479 w 900"/>
                  <a:gd name="T7" fmla="*/ 1621 h 1887"/>
                  <a:gd name="T8" fmla="*/ 762 w 900"/>
                  <a:gd name="T9" fmla="*/ 1543 h 1887"/>
                  <a:gd name="T10" fmla="*/ 431 w 900"/>
                  <a:gd name="T11" fmla="*/ 1687 h 1887"/>
                  <a:gd name="T12" fmla="*/ 436 w 900"/>
                  <a:gd name="T13" fmla="*/ 1733 h 1887"/>
                  <a:gd name="T14" fmla="*/ 559 w 900"/>
                  <a:gd name="T15" fmla="*/ 1792 h 1887"/>
                  <a:gd name="T16" fmla="*/ 194 w 900"/>
                  <a:gd name="T17" fmla="*/ 1826 h 1887"/>
                  <a:gd name="T18" fmla="*/ 51 w 900"/>
                  <a:gd name="T19" fmla="*/ 1867 h 1887"/>
                  <a:gd name="T20" fmla="*/ 309 w 900"/>
                  <a:gd name="T21" fmla="*/ 1508 h 1887"/>
                  <a:gd name="T22" fmla="*/ 270 w 900"/>
                  <a:gd name="T23" fmla="*/ 1764 h 1887"/>
                  <a:gd name="T24" fmla="*/ 434 w 900"/>
                  <a:gd name="T25" fmla="*/ 1368 h 1887"/>
                  <a:gd name="T26" fmla="*/ 466 w 900"/>
                  <a:gd name="T27" fmla="*/ 1606 h 1887"/>
                  <a:gd name="T28" fmla="*/ 495 w 900"/>
                  <a:gd name="T29" fmla="*/ 1364 h 1887"/>
                  <a:gd name="T30" fmla="*/ 599 w 900"/>
                  <a:gd name="T31" fmla="*/ 1435 h 1887"/>
                  <a:gd name="T32" fmla="*/ 581 w 900"/>
                  <a:gd name="T33" fmla="*/ 1221 h 1887"/>
                  <a:gd name="T34" fmla="*/ 686 w 900"/>
                  <a:gd name="T35" fmla="*/ 1249 h 1887"/>
                  <a:gd name="T36" fmla="*/ 599 w 900"/>
                  <a:gd name="T37" fmla="*/ 997 h 1887"/>
                  <a:gd name="T38" fmla="*/ 731 w 900"/>
                  <a:gd name="T39" fmla="*/ 946 h 1887"/>
                  <a:gd name="T40" fmla="*/ 563 w 900"/>
                  <a:gd name="T41" fmla="*/ 759 h 1887"/>
                  <a:gd name="T42" fmla="*/ 715 w 900"/>
                  <a:gd name="T43" fmla="*/ 772 h 1887"/>
                  <a:gd name="T44" fmla="*/ 526 w 900"/>
                  <a:gd name="T45" fmla="*/ 622 h 1887"/>
                  <a:gd name="T46" fmla="*/ 669 w 900"/>
                  <a:gd name="T47" fmla="*/ 618 h 1887"/>
                  <a:gd name="T48" fmla="*/ 562 w 900"/>
                  <a:gd name="T49" fmla="*/ 494 h 1887"/>
                  <a:gd name="T50" fmla="*/ 592 w 900"/>
                  <a:gd name="T51" fmla="*/ 471 h 1887"/>
                  <a:gd name="T52" fmla="*/ 556 w 900"/>
                  <a:gd name="T53" fmla="*/ 410 h 1887"/>
                  <a:gd name="T54" fmla="*/ 361 w 900"/>
                  <a:gd name="T55" fmla="*/ 332 h 1887"/>
                  <a:gd name="T56" fmla="*/ 443 w 900"/>
                  <a:gd name="T57" fmla="*/ 279 h 1887"/>
                  <a:gd name="T58" fmla="*/ 222 w 900"/>
                  <a:gd name="T59" fmla="*/ 225 h 1887"/>
                  <a:gd name="T60" fmla="*/ 197 w 900"/>
                  <a:gd name="T61" fmla="*/ 187 h 1887"/>
                  <a:gd name="T62" fmla="*/ 180 w 900"/>
                  <a:gd name="T63" fmla="*/ 104 h 1887"/>
                  <a:gd name="T64" fmla="*/ 204 w 900"/>
                  <a:gd name="T65" fmla="*/ 84 h 1887"/>
                  <a:gd name="T66" fmla="*/ 218 w 900"/>
                  <a:gd name="T67" fmla="*/ 0 h 1887"/>
                  <a:gd name="T68" fmla="*/ 338 w 900"/>
                  <a:gd name="T69" fmla="*/ 171 h 1887"/>
                  <a:gd name="T70" fmla="*/ 423 w 900"/>
                  <a:gd name="T71" fmla="*/ 138 h 1887"/>
                  <a:gd name="T72" fmla="*/ 472 w 900"/>
                  <a:gd name="T73" fmla="*/ 272 h 1887"/>
                  <a:gd name="T74" fmla="*/ 534 w 900"/>
                  <a:gd name="T75" fmla="*/ 221 h 1887"/>
                  <a:gd name="T76" fmla="*/ 573 w 900"/>
                  <a:gd name="T77" fmla="*/ 398 h 1887"/>
                  <a:gd name="T78" fmla="*/ 648 w 900"/>
                  <a:gd name="T79" fmla="*/ 352 h 1887"/>
                  <a:gd name="T80" fmla="*/ 654 w 900"/>
                  <a:gd name="T81" fmla="*/ 522 h 1887"/>
                  <a:gd name="T82" fmla="*/ 727 w 900"/>
                  <a:gd name="T83" fmla="*/ 429 h 1887"/>
                  <a:gd name="T84" fmla="*/ 790 w 900"/>
                  <a:gd name="T85" fmla="*/ 517 h 1887"/>
                  <a:gd name="T86" fmla="*/ 731 w 900"/>
                  <a:gd name="T87" fmla="*/ 770 h 1887"/>
                  <a:gd name="T88" fmla="*/ 859 w 900"/>
                  <a:gd name="T89" fmla="*/ 692 h 1887"/>
                  <a:gd name="T90" fmla="*/ 749 w 900"/>
                  <a:gd name="T91" fmla="*/ 946 h 1887"/>
                  <a:gd name="T92" fmla="*/ 849 w 900"/>
                  <a:gd name="T93" fmla="*/ 902 h 1887"/>
                  <a:gd name="T94" fmla="*/ 738 w 900"/>
                  <a:gd name="T95" fmla="*/ 1127 h 1887"/>
                  <a:gd name="T96" fmla="*/ 712 w 900"/>
                  <a:gd name="T97" fmla="*/ 1236 h 18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00" h="1887">
                    <a:moveTo>
                      <a:pt x="900" y="1106"/>
                    </a:moveTo>
                    <a:cubicBezTo>
                      <a:pt x="894" y="1125"/>
                      <a:pt x="889" y="1144"/>
                      <a:pt x="883" y="1163"/>
                    </a:cubicBezTo>
                    <a:cubicBezTo>
                      <a:pt x="869" y="1202"/>
                      <a:pt x="851" y="1239"/>
                      <a:pt x="823" y="1269"/>
                    </a:cubicBezTo>
                    <a:cubicBezTo>
                      <a:pt x="785" y="1310"/>
                      <a:pt x="739" y="1329"/>
                      <a:pt x="683" y="1322"/>
                    </a:cubicBezTo>
                    <a:cubicBezTo>
                      <a:pt x="679" y="1322"/>
                      <a:pt x="676" y="1322"/>
                      <a:pt x="674" y="1326"/>
                    </a:cubicBezTo>
                    <a:cubicBezTo>
                      <a:pt x="655" y="1364"/>
                      <a:pt x="636" y="1402"/>
                      <a:pt x="617" y="1440"/>
                    </a:cubicBezTo>
                    <a:cubicBezTo>
                      <a:pt x="616" y="1441"/>
                      <a:pt x="617" y="1441"/>
                      <a:pt x="616" y="1443"/>
                    </a:cubicBezTo>
                    <a:cubicBezTo>
                      <a:pt x="618" y="1441"/>
                      <a:pt x="620" y="1440"/>
                      <a:pt x="621" y="1439"/>
                    </a:cubicBezTo>
                    <a:cubicBezTo>
                      <a:pt x="651" y="1408"/>
                      <a:pt x="680" y="1377"/>
                      <a:pt x="717" y="1355"/>
                    </a:cubicBezTo>
                    <a:cubicBezTo>
                      <a:pt x="756" y="1330"/>
                      <a:pt x="800" y="1318"/>
                      <a:pt x="847" y="1322"/>
                    </a:cubicBezTo>
                    <a:cubicBezTo>
                      <a:pt x="850" y="1322"/>
                      <a:pt x="852" y="1323"/>
                      <a:pt x="858" y="1324"/>
                    </a:cubicBezTo>
                    <a:cubicBezTo>
                      <a:pt x="846" y="1346"/>
                      <a:pt x="836" y="1367"/>
                      <a:pt x="824" y="1387"/>
                    </a:cubicBezTo>
                    <a:cubicBezTo>
                      <a:pt x="803" y="1422"/>
                      <a:pt x="778" y="1454"/>
                      <a:pt x="746" y="1479"/>
                    </a:cubicBezTo>
                    <a:cubicBezTo>
                      <a:pt x="693" y="1520"/>
                      <a:pt x="635" y="1533"/>
                      <a:pt x="571" y="1510"/>
                    </a:cubicBezTo>
                    <a:cubicBezTo>
                      <a:pt x="555" y="1529"/>
                      <a:pt x="541" y="1548"/>
                      <a:pt x="525" y="1567"/>
                    </a:cubicBezTo>
                    <a:cubicBezTo>
                      <a:pt x="510" y="1585"/>
                      <a:pt x="494" y="1602"/>
                      <a:pt x="479" y="1621"/>
                    </a:cubicBezTo>
                    <a:cubicBezTo>
                      <a:pt x="482" y="1619"/>
                      <a:pt x="485" y="1617"/>
                      <a:pt x="489" y="1615"/>
                    </a:cubicBezTo>
                    <a:cubicBezTo>
                      <a:pt x="516" y="1598"/>
                      <a:pt x="543" y="1580"/>
                      <a:pt x="571" y="1565"/>
                    </a:cubicBezTo>
                    <a:cubicBezTo>
                      <a:pt x="610" y="1543"/>
                      <a:pt x="653" y="1530"/>
                      <a:pt x="699" y="1531"/>
                    </a:cubicBezTo>
                    <a:cubicBezTo>
                      <a:pt x="720" y="1532"/>
                      <a:pt x="741" y="1534"/>
                      <a:pt x="762" y="1543"/>
                    </a:cubicBezTo>
                    <a:cubicBezTo>
                      <a:pt x="752" y="1556"/>
                      <a:pt x="743" y="1569"/>
                      <a:pt x="733" y="1580"/>
                    </a:cubicBezTo>
                    <a:cubicBezTo>
                      <a:pt x="699" y="1619"/>
                      <a:pt x="663" y="1654"/>
                      <a:pt x="617" y="1678"/>
                    </a:cubicBezTo>
                    <a:cubicBezTo>
                      <a:pt x="563" y="1706"/>
                      <a:pt x="507" y="1717"/>
                      <a:pt x="448" y="1695"/>
                    </a:cubicBezTo>
                    <a:cubicBezTo>
                      <a:pt x="442" y="1693"/>
                      <a:pt x="437" y="1690"/>
                      <a:pt x="431" y="1687"/>
                    </a:cubicBezTo>
                    <a:cubicBezTo>
                      <a:pt x="426" y="1684"/>
                      <a:pt x="421" y="1681"/>
                      <a:pt x="418" y="1679"/>
                    </a:cubicBezTo>
                    <a:cubicBezTo>
                      <a:pt x="369" y="1714"/>
                      <a:pt x="322" y="1749"/>
                      <a:pt x="277" y="1781"/>
                    </a:cubicBezTo>
                    <a:cubicBezTo>
                      <a:pt x="286" y="1778"/>
                      <a:pt x="300" y="1772"/>
                      <a:pt x="313" y="1768"/>
                    </a:cubicBezTo>
                    <a:cubicBezTo>
                      <a:pt x="353" y="1753"/>
                      <a:pt x="394" y="1740"/>
                      <a:pt x="436" y="1733"/>
                    </a:cubicBezTo>
                    <a:cubicBezTo>
                      <a:pt x="482" y="1726"/>
                      <a:pt x="526" y="1729"/>
                      <a:pt x="569" y="1747"/>
                    </a:cubicBezTo>
                    <a:cubicBezTo>
                      <a:pt x="578" y="1750"/>
                      <a:pt x="585" y="1754"/>
                      <a:pt x="593" y="1758"/>
                    </a:cubicBezTo>
                    <a:cubicBezTo>
                      <a:pt x="595" y="1759"/>
                      <a:pt x="596" y="1760"/>
                      <a:pt x="598" y="1762"/>
                    </a:cubicBezTo>
                    <a:cubicBezTo>
                      <a:pt x="585" y="1772"/>
                      <a:pt x="572" y="1782"/>
                      <a:pt x="559" y="1792"/>
                    </a:cubicBezTo>
                    <a:cubicBezTo>
                      <a:pt x="517" y="1822"/>
                      <a:pt x="472" y="1848"/>
                      <a:pt x="423" y="1865"/>
                    </a:cubicBezTo>
                    <a:cubicBezTo>
                      <a:pt x="374" y="1881"/>
                      <a:pt x="325" y="1887"/>
                      <a:pt x="275" y="1874"/>
                    </a:cubicBezTo>
                    <a:cubicBezTo>
                      <a:pt x="245" y="1866"/>
                      <a:pt x="218" y="1852"/>
                      <a:pt x="197" y="1829"/>
                    </a:cubicBezTo>
                    <a:cubicBezTo>
                      <a:pt x="196" y="1827"/>
                      <a:pt x="194" y="1826"/>
                      <a:pt x="194" y="1826"/>
                    </a:cubicBezTo>
                    <a:cubicBezTo>
                      <a:pt x="159" y="1840"/>
                      <a:pt x="125" y="1855"/>
                      <a:pt x="91" y="1869"/>
                    </a:cubicBezTo>
                    <a:cubicBezTo>
                      <a:pt x="80" y="1874"/>
                      <a:pt x="68" y="1877"/>
                      <a:pt x="57" y="1881"/>
                    </a:cubicBezTo>
                    <a:cubicBezTo>
                      <a:pt x="51" y="1883"/>
                      <a:pt x="46" y="1885"/>
                      <a:pt x="43" y="1878"/>
                    </a:cubicBezTo>
                    <a:cubicBezTo>
                      <a:pt x="40" y="1871"/>
                      <a:pt x="46" y="1869"/>
                      <a:pt x="51" y="1867"/>
                    </a:cubicBezTo>
                    <a:cubicBezTo>
                      <a:pt x="94" y="1849"/>
                      <a:pt x="136" y="1832"/>
                      <a:pt x="178" y="1815"/>
                    </a:cubicBezTo>
                    <a:cubicBezTo>
                      <a:pt x="183" y="1813"/>
                      <a:pt x="185" y="1811"/>
                      <a:pt x="184" y="1805"/>
                    </a:cubicBezTo>
                    <a:cubicBezTo>
                      <a:pt x="170" y="1749"/>
                      <a:pt x="179" y="1696"/>
                      <a:pt x="207" y="1646"/>
                    </a:cubicBezTo>
                    <a:cubicBezTo>
                      <a:pt x="235" y="1595"/>
                      <a:pt x="270" y="1550"/>
                      <a:pt x="309" y="1508"/>
                    </a:cubicBezTo>
                    <a:cubicBezTo>
                      <a:pt x="310" y="1507"/>
                      <a:pt x="311" y="1507"/>
                      <a:pt x="312" y="1506"/>
                    </a:cubicBezTo>
                    <a:cubicBezTo>
                      <a:pt x="342" y="1541"/>
                      <a:pt x="358" y="1580"/>
                      <a:pt x="352" y="1627"/>
                    </a:cubicBezTo>
                    <a:cubicBezTo>
                      <a:pt x="347" y="1671"/>
                      <a:pt x="324" y="1706"/>
                      <a:pt x="295" y="1737"/>
                    </a:cubicBezTo>
                    <a:cubicBezTo>
                      <a:pt x="287" y="1746"/>
                      <a:pt x="278" y="1755"/>
                      <a:pt x="270" y="1764"/>
                    </a:cubicBezTo>
                    <a:cubicBezTo>
                      <a:pt x="317" y="1736"/>
                      <a:pt x="362" y="1703"/>
                      <a:pt x="402" y="1668"/>
                    </a:cubicBezTo>
                    <a:cubicBezTo>
                      <a:pt x="394" y="1646"/>
                      <a:pt x="385" y="1625"/>
                      <a:pt x="379" y="1604"/>
                    </a:cubicBezTo>
                    <a:cubicBezTo>
                      <a:pt x="369" y="1568"/>
                      <a:pt x="372" y="1531"/>
                      <a:pt x="382" y="1495"/>
                    </a:cubicBezTo>
                    <a:cubicBezTo>
                      <a:pt x="394" y="1450"/>
                      <a:pt x="412" y="1408"/>
                      <a:pt x="434" y="1368"/>
                    </a:cubicBezTo>
                    <a:cubicBezTo>
                      <a:pt x="435" y="1367"/>
                      <a:pt x="435" y="1366"/>
                      <a:pt x="436" y="1364"/>
                    </a:cubicBezTo>
                    <a:cubicBezTo>
                      <a:pt x="475" y="1391"/>
                      <a:pt x="500" y="1427"/>
                      <a:pt x="505" y="1474"/>
                    </a:cubicBezTo>
                    <a:cubicBezTo>
                      <a:pt x="510" y="1517"/>
                      <a:pt x="496" y="1555"/>
                      <a:pt x="475" y="1591"/>
                    </a:cubicBezTo>
                    <a:cubicBezTo>
                      <a:pt x="472" y="1596"/>
                      <a:pt x="469" y="1601"/>
                      <a:pt x="466" y="1606"/>
                    </a:cubicBezTo>
                    <a:cubicBezTo>
                      <a:pt x="467" y="1607"/>
                      <a:pt x="468" y="1608"/>
                      <a:pt x="469" y="1608"/>
                    </a:cubicBezTo>
                    <a:cubicBezTo>
                      <a:pt x="498" y="1573"/>
                      <a:pt x="527" y="1538"/>
                      <a:pt x="557" y="1503"/>
                    </a:cubicBezTo>
                    <a:cubicBezTo>
                      <a:pt x="549" y="1493"/>
                      <a:pt x="541" y="1485"/>
                      <a:pt x="535" y="1476"/>
                    </a:cubicBezTo>
                    <a:cubicBezTo>
                      <a:pt x="510" y="1443"/>
                      <a:pt x="496" y="1405"/>
                      <a:pt x="495" y="1364"/>
                    </a:cubicBezTo>
                    <a:cubicBezTo>
                      <a:pt x="493" y="1314"/>
                      <a:pt x="502" y="1266"/>
                      <a:pt x="516" y="1218"/>
                    </a:cubicBezTo>
                    <a:cubicBezTo>
                      <a:pt x="516" y="1218"/>
                      <a:pt x="516" y="1217"/>
                      <a:pt x="517" y="1216"/>
                    </a:cubicBezTo>
                    <a:cubicBezTo>
                      <a:pt x="558" y="1236"/>
                      <a:pt x="591" y="1263"/>
                      <a:pt x="606" y="1307"/>
                    </a:cubicBezTo>
                    <a:cubicBezTo>
                      <a:pt x="620" y="1351"/>
                      <a:pt x="613" y="1393"/>
                      <a:pt x="599" y="1435"/>
                    </a:cubicBezTo>
                    <a:cubicBezTo>
                      <a:pt x="600" y="1436"/>
                      <a:pt x="601" y="1436"/>
                      <a:pt x="602" y="1436"/>
                    </a:cubicBezTo>
                    <a:cubicBezTo>
                      <a:pt x="622" y="1397"/>
                      <a:pt x="642" y="1357"/>
                      <a:pt x="661" y="1318"/>
                    </a:cubicBezTo>
                    <a:cubicBezTo>
                      <a:pt x="646" y="1306"/>
                      <a:pt x="633" y="1295"/>
                      <a:pt x="620" y="1283"/>
                    </a:cubicBezTo>
                    <a:cubicBezTo>
                      <a:pt x="603" y="1265"/>
                      <a:pt x="591" y="1244"/>
                      <a:pt x="581" y="1221"/>
                    </a:cubicBezTo>
                    <a:cubicBezTo>
                      <a:pt x="561" y="1175"/>
                      <a:pt x="561" y="1127"/>
                      <a:pt x="561" y="1079"/>
                    </a:cubicBezTo>
                    <a:cubicBezTo>
                      <a:pt x="561" y="1073"/>
                      <a:pt x="562" y="1066"/>
                      <a:pt x="563" y="1059"/>
                    </a:cubicBezTo>
                    <a:cubicBezTo>
                      <a:pt x="606" y="1068"/>
                      <a:pt x="641" y="1090"/>
                      <a:pt x="664" y="1127"/>
                    </a:cubicBezTo>
                    <a:cubicBezTo>
                      <a:pt x="687" y="1165"/>
                      <a:pt x="688" y="1207"/>
                      <a:pt x="686" y="1249"/>
                    </a:cubicBezTo>
                    <a:cubicBezTo>
                      <a:pt x="692" y="1229"/>
                      <a:pt x="698" y="1208"/>
                      <a:pt x="703" y="1188"/>
                    </a:cubicBezTo>
                    <a:cubicBezTo>
                      <a:pt x="708" y="1169"/>
                      <a:pt x="711" y="1150"/>
                      <a:pt x="715" y="1131"/>
                    </a:cubicBezTo>
                    <a:cubicBezTo>
                      <a:pt x="716" y="1127"/>
                      <a:pt x="716" y="1124"/>
                      <a:pt x="712" y="1123"/>
                    </a:cubicBezTo>
                    <a:cubicBezTo>
                      <a:pt x="654" y="1099"/>
                      <a:pt x="618" y="1056"/>
                      <a:pt x="599" y="997"/>
                    </a:cubicBezTo>
                    <a:cubicBezTo>
                      <a:pt x="589" y="967"/>
                      <a:pt x="582" y="936"/>
                      <a:pt x="578" y="903"/>
                    </a:cubicBezTo>
                    <a:cubicBezTo>
                      <a:pt x="619" y="904"/>
                      <a:pt x="654" y="918"/>
                      <a:pt x="682" y="948"/>
                    </a:cubicBezTo>
                    <a:cubicBezTo>
                      <a:pt x="710" y="978"/>
                      <a:pt x="720" y="1015"/>
                      <a:pt x="726" y="1054"/>
                    </a:cubicBezTo>
                    <a:cubicBezTo>
                      <a:pt x="731" y="1018"/>
                      <a:pt x="732" y="982"/>
                      <a:pt x="731" y="946"/>
                    </a:cubicBezTo>
                    <a:cubicBezTo>
                      <a:pt x="716" y="940"/>
                      <a:pt x="701" y="936"/>
                      <a:pt x="687" y="930"/>
                    </a:cubicBezTo>
                    <a:cubicBezTo>
                      <a:pt x="648" y="912"/>
                      <a:pt x="621" y="882"/>
                      <a:pt x="601" y="845"/>
                    </a:cubicBezTo>
                    <a:cubicBezTo>
                      <a:pt x="588" y="820"/>
                      <a:pt x="578" y="794"/>
                      <a:pt x="566" y="769"/>
                    </a:cubicBezTo>
                    <a:cubicBezTo>
                      <a:pt x="565" y="766"/>
                      <a:pt x="564" y="763"/>
                      <a:pt x="563" y="759"/>
                    </a:cubicBezTo>
                    <a:cubicBezTo>
                      <a:pt x="602" y="754"/>
                      <a:pt x="637" y="762"/>
                      <a:pt x="667" y="784"/>
                    </a:cubicBezTo>
                    <a:cubicBezTo>
                      <a:pt x="698" y="807"/>
                      <a:pt x="715" y="839"/>
                      <a:pt x="727" y="874"/>
                    </a:cubicBezTo>
                    <a:cubicBezTo>
                      <a:pt x="727" y="874"/>
                      <a:pt x="728" y="874"/>
                      <a:pt x="729" y="873"/>
                    </a:cubicBezTo>
                    <a:cubicBezTo>
                      <a:pt x="724" y="839"/>
                      <a:pt x="719" y="805"/>
                      <a:pt x="715" y="772"/>
                    </a:cubicBezTo>
                    <a:cubicBezTo>
                      <a:pt x="702" y="770"/>
                      <a:pt x="690" y="769"/>
                      <a:pt x="679" y="766"/>
                    </a:cubicBezTo>
                    <a:cubicBezTo>
                      <a:pt x="644" y="759"/>
                      <a:pt x="616" y="741"/>
                      <a:pt x="591" y="716"/>
                    </a:cubicBezTo>
                    <a:cubicBezTo>
                      <a:pt x="566" y="690"/>
                      <a:pt x="546" y="660"/>
                      <a:pt x="529" y="628"/>
                    </a:cubicBezTo>
                    <a:cubicBezTo>
                      <a:pt x="528" y="627"/>
                      <a:pt x="528" y="625"/>
                      <a:pt x="526" y="622"/>
                    </a:cubicBezTo>
                    <a:cubicBezTo>
                      <a:pt x="561" y="613"/>
                      <a:pt x="594" y="615"/>
                      <a:pt x="626" y="631"/>
                    </a:cubicBezTo>
                    <a:cubicBezTo>
                      <a:pt x="659" y="647"/>
                      <a:pt x="679" y="674"/>
                      <a:pt x="698" y="704"/>
                    </a:cubicBezTo>
                    <a:cubicBezTo>
                      <a:pt x="694" y="691"/>
                      <a:pt x="690" y="678"/>
                      <a:pt x="686" y="666"/>
                    </a:cubicBezTo>
                    <a:cubicBezTo>
                      <a:pt x="681" y="650"/>
                      <a:pt x="675" y="634"/>
                      <a:pt x="669" y="618"/>
                    </a:cubicBezTo>
                    <a:cubicBezTo>
                      <a:pt x="668" y="616"/>
                      <a:pt x="665" y="613"/>
                      <a:pt x="663" y="613"/>
                    </a:cubicBezTo>
                    <a:cubicBezTo>
                      <a:pt x="600" y="619"/>
                      <a:pt x="552" y="593"/>
                      <a:pt x="511" y="549"/>
                    </a:cubicBezTo>
                    <a:cubicBezTo>
                      <a:pt x="497" y="534"/>
                      <a:pt x="483" y="517"/>
                      <a:pt x="469" y="501"/>
                    </a:cubicBezTo>
                    <a:cubicBezTo>
                      <a:pt x="500" y="487"/>
                      <a:pt x="531" y="485"/>
                      <a:pt x="562" y="494"/>
                    </a:cubicBezTo>
                    <a:cubicBezTo>
                      <a:pt x="594" y="504"/>
                      <a:pt x="617" y="524"/>
                      <a:pt x="639" y="547"/>
                    </a:cubicBezTo>
                    <a:cubicBezTo>
                      <a:pt x="633" y="536"/>
                      <a:pt x="628" y="525"/>
                      <a:pt x="621" y="513"/>
                    </a:cubicBezTo>
                    <a:cubicBezTo>
                      <a:pt x="615" y="501"/>
                      <a:pt x="607" y="488"/>
                      <a:pt x="600" y="475"/>
                    </a:cubicBezTo>
                    <a:cubicBezTo>
                      <a:pt x="598" y="473"/>
                      <a:pt x="594" y="471"/>
                      <a:pt x="592" y="471"/>
                    </a:cubicBezTo>
                    <a:cubicBezTo>
                      <a:pt x="545" y="482"/>
                      <a:pt x="503" y="473"/>
                      <a:pt x="464" y="446"/>
                    </a:cubicBezTo>
                    <a:cubicBezTo>
                      <a:pt x="441" y="430"/>
                      <a:pt x="421" y="412"/>
                      <a:pt x="399" y="394"/>
                    </a:cubicBezTo>
                    <a:cubicBezTo>
                      <a:pt x="398" y="394"/>
                      <a:pt x="398" y="392"/>
                      <a:pt x="397" y="391"/>
                    </a:cubicBezTo>
                    <a:cubicBezTo>
                      <a:pt x="429" y="369"/>
                      <a:pt x="490" y="356"/>
                      <a:pt x="556" y="410"/>
                    </a:cubicBezTo>
                    <a:cubicBezTo>
                      <a:pt x="548" y="400"/>
                      <a:pt x="541" y="390"/>
                      <a:pt x="534" y="380"/>
                    </a:cubicBezTo>
                    <a:cubicBezTo>
                      <a:pt x="526" y="370"/>
                      <a:pt x="518" y="361"/>
                      <a:pt x="510" y="351"/>
                    </a:cubicBezTo>
                    <a:cubicBezTo>
                      <a:pt x="490" y="359"/>
                      <a:pt x="470" y="363"/>
                      <a:pt x="448" y="362"/>
                    </a:cubicBezTo>
                    <a:cubicBezTo>
                      <a:pt x="417" y="360"/>
                      <a:pt x="389" y="347"/>
                      <a:pt x="361" y="332"/>
                    </a:cubicBezTo>
                    <a:cubicBezTo>
                      <a:pt x="345" y="323"/>
                      <a:pt x="330" y="312"/>
                      <a:pt x="312" y="301"/>
                    </a:cubicBezTo>
                    <a:cubicBezTo>
                      <a:pt x="335" y="283"/>
                      <a:pt x="359" y="275"/>
                      <a:pt x="387" y="275"/>
                    </a:cubicBezTo>
                    <a:cubicBezTo>
                      <a:pt x="414" y="275"/>
                      <a:pt x="438" y="285"/>
                      <a:pt x="462" y="297"/>
                    </a:cubicBezTo>
                    <a:cubicBezTo>
                      <a:pt x="456" y="291"/>
                      <a:pt x="449" y="285"/>
                      <a:pt x="443" y="279"/>
                    </a:cubicBezTo>
                    <a:cubicBezTo>
                      <a:pt x="436" y="272"/>
                      <a:pt x="429" y="267"/>
                      <a:pt x="423" y="260"/>
                    </a:cubicBezTo>
                    <a:cubicBezTo>
                      <a:pt x="417" y="253"/>
                      <a:pt x="412" y="252"/>
                      <a:pt x="402" y="256"/>
                    </a:cubicBezTo>
                    <a:cubicBezTo>
                      <a:pt x="376" y="269"/>
                      <a:pt x="348" y="271"/>
                      <a:pt x="320" y="265"/>
                    </a:cubicBezTo>
                    <a:cubicBezTo>
                      <a:pt x="286" y="257"/>
                      <a:pt x="254" y="243"/>
                      <a:pt x="222" y="225"/>
                    </a:cubicBezTo>
                    <a:cubicBezTo>
                      <a:pt x="264" y="185"/>
                      <a:pt x="310" y="188"/>
                      <a:pt x="360" y="206"/>
                    </a:cubicBezTo>
                    <a:cubicBezTo>
                      <a:pt x="344" y="195"/>
                      <a:pt x="328" y="183"/>
                      <a:pt x="312" y="172"/>
                    </a:cubicBezTo>
                    <a:cubicBezTo>
                      <a:pt x="311" y="171"/>
                      <a:pt x="308" y="171"/>
                      <a:pt x="306" y="172"/>
                    </a:cubicBezTo>
                    <a:cubicBezTo>
                      <a:pt x="272" y="196"/>
                      <a:pt x="235" y="196"/>
                      <a:pt x="197" y="187"/>
                    </a:cubicBezTo>
                    <a:cubicBezTo>
                      <a:pt x="174" y="181"/>
                      <a:pt x="151" y="173"/>
                      <a:pt x="127" y="166"/>
                    </a:cubicBezTo>
                    <a:cubicBezTo>
                      <a:pt x="142" y="145"/>
                      <a:pt x="161" y="134"/>
                      <a:pt x="184" y="130"/>
                    </a:cubicBezTo>
                    <a:cubicBezTo>
                      <a:pt x="207" y="126"/>
                      <a:pt x="230" y="129"/>
                      <a:pt x="252" y="134"/>
                    </a:cubicBezTo>
                    <a:cubicBezTo>
                      <a:pt x="230" y="121"/>
                      <a:pt x="208" y="108"/>
                      <a:pt x="180" y="104"/>
                    </a:cubicBezTo>
                    <a:cubicBezTo>
                      <a:pt x="113" y="94"/>
                      <a:pt x="56" y="63"/>
                      <a:pt x="3" y="21"/>
                    </a:cubicBezTo>
                    <a:cubicBezTo>
                      <a:pt x="2" y="21"/>
                      <a:pt x="2" y="20"/>
                      <a:pt x="0" y="17"/>
                    </a:cubicBezTo>
                    <a:cubicBezTo>
                      <a:pt x="16" y="17"/>
                      <a:pt x="30" y="16"/>
                      <a:pt x="44" y="17"/>
                    </a:cubicBezTo>
                    <a:cubicBezTo>
                      <a:pt x="106" y="20"/>
                      <a:pt x="161" y="39"/>
                      <a:pt x="204" y="84"/>
                    </a:cubicBezTo>
                    <a:cubicBezTo>
                      <a:pt x="222" y="102"/>
                      <a:pt x="246" y="109"/>
                      <a:pt x="265" y="123"/>
                    </a:cubicBezTo>
                    <a:cubicBezTo>
                      <a:pt x="255" y="110"/>
                      <a:pt x="244" y="98"/>
                      <a:pt x="235" y="86"/>
                    </a:cubicBezTo>
                    <a:cubicBezTo>
                      <a:pt x="215" y="60"/>
                      <a:pt x="208" y="32"/>
                      <a:pt x="216" y="0"/>
                    </a:cubicBezTo>
                    <a:cubicBezTo>
                      <a:pt x="217" y="0"/>
                      <a:pt x="217" y="0"/>
                      <a:pt x="218" y="0"/>
                    </a:cubicBezTo>
                    <a:cubicBezTo>
                      <a:pt x="221" y="2"/>
                      <a:pt x="225" y="4"/>
                      <a:pt x="229" y="7"/>
                    </a:cubicBezTo>
                    <a:cubicBezTo>
                      <a:pt x="255" y="22"/>
                      <a:pt x="280" y="40"/>
                      <a:pt x="300" y="63"/>
                    </a:cubicBezTo>
                    <a:cubicBezTo>
                      <a:pt x="319" y="85"/>
                      <a:pt x="332" y="110"/>
                      <a:pt x="325" y="138"/>
                    </a:cubicBezTo>
                    <a:cubicBezTo>
                      <a:pt x="320" y="155"/>
                      <a:pt x="325" y="163"/>
                      <a:pt x="338" y="171"/>
                    </a:cubicBezTo>
                    <a:cubicBezTo>
                      <a:pt x="352" y="180"/>
                      <a:pt x="365" y="191"/>
                      <a:pt x="379" y="201"/>
                    </a:cubicBezTo>
                    <a:cubicBezTo>
                      <a:pt x="347" y="158"/>
                      <a:pt x="319" y="115"/>
                      <a:pt x="341" y="59"/>
                    </a:cubicBezTo>
                    <a:cubicBezTo>
                      <a:pt x="343" y="59"/>
                      <a:pt x="344" y="59"/>
                      <a:pt x="345" y="60"/>
                    </a:cubicBezTo>
                    <a:cubicBezTo>
                      <a:pt x="375" y="81"/>
                      <a:pt x="403" y="106"/>
                      <a:pt x="423" y="138"/>
                    </a:cubicBezTo>
                    <a:cubicBezTo>
                      <a:pt x="436" y="160"/>
                      <a:pt x="443" y="184"/>
                      <a:pt x="437" y="209"/>
                    </a:cubicBezTo>
                    <a:cubicBezTo>
                      <a:pt x="435" y="220"/>
                      <a:pt x="430" y="230"/>
                      <a:pt x="428" y="238"/>
                    </a:cubicBezTo>
                    <a:cubicBezTo>
                      <a:pt x="447" y="258"/>
                      <a:pt x="465" y="278"/>
                      <a:pt x="483" y="297"/>
                    </a:cubicBezTo>
                    <a:cubicBezTo>
                      <a:pt x="480" y="288"/>
                      <a:pt x="476" y="280"/>
                      <a:pt x="472" y="272"/>
                    </a:cubicBezTo>
                    <a:cubicBezTo>
                      <a:pt x="457" y="243"/>
                      <a:pt x="446" y="214"/>
                      <a:pt x="451" y="180"/>
                    </a:cubicBezTo>
                    <a:cubicBezTo>
                      <a:pt x="453" y="165"/>
                      <a:pt x="458" y="150"/>
                      <a:pt x="467" y="137"/>
                    </a:cubicBezTo>
                    <a:cubicBezTo>
                      <a:pt x="470" y="139"/>
                      <a:pt x="472" y="141"/>
                      <a:pt x="475" y="143"/>
                    </a:cubicBezTo>
                    <a:cubicBezTo>
                      <a:pt x="498" y="166"/>
                      <a:pt x="519" y="191"/>
                      <a:pt x="534" y="221"/>
                    </a:cubicBezTo>
                    <a:cubicBezTo>
                      <a:pt x="546" y="246"/>
                      <a:pt x="553" y="272"/>
                      <a:pt x="545" y="300"/>
                    </a:cubicBezTo>
                    <a:cubicBezTo>
                      <a:pt x="541" y="315"/>
                      <a:pt x="533" y="329"/>
                      <a:pt x="526" y="344"/>
                    </a:cubicBezTo>
                    <a:cubicBezTo>
                      <a:pt x="542" y="365"/>
                      <a:pt x="560" y="389"/>
                      <a:pt x="578" y="412"/>
                    </a:cubicBezTo>
                    <a:cubicBezTo>
                      <a:pt x="577" y="406"/>
                      <a:pt x="575" y="402"/>
                      <a:pt x="573" y="398"/>
                    </a:cubicBezTo>
                    <a:cubicBezTo>
                      <a:pt x="569" y="385"/>
                      <a:pt x="565" y="372"/>
                      <a:pt x="561" y="359"/>
                    </a:cubicBezTo>
                    <a:cubicBezTo>
                      <a:pt x="554" y="329"/>
                      <a:pt x="554" y="299"/>
                      <a:pt x="565" y="270"/>
                    </a:cubicBezTo>
                    <a:cubicBezTo>
                      <a:pt x="570" y="258"/>
                      <a:pt x="578" y="247"/>
                      <a:pt x="588" y="238"/>
                    </a:cubicBezTo>
                    <a:cubicBezTo>
                      <a:pt x="616" y="272"/>
                      <a:pt x="638" y="309"/>
                      <a:pt x="648" y="352"/>
                    </a:cubicBezTo>
                    <a:cubicBezTo>
                      <a:pt x="654" y="380"/>
                      <a:pt x="651" y="408"/>
                      <a:pt x="636" y="433"/>
                    </a:cubicBezTo>
                    <a:cubicBezTo>
                      <a:pt x="630" y="444"/>
                      <a:pt x="621" y="454"/>
                      <a:pt x="613" y="464"/>
                    </a:cubicBezTo>
                    <a:cubicBezTo>
                      <a:pt x="627" y="491"/>
                      <a:pt x="643" y="519"/>
                      <a:pt x="659" y="549"/>
                    </a:cubicBezTo>
                    <a:cubicBezTo>
                      <a:pt x="657" y="539"/>
                      <a:pt x="655" y="531"/>
                      <a:pt x="654" y="522"/>
                    </a:cubicBezTo>
                    <a:cubicBezTo>
                      <a:pt x="650" y="493"/>
                      <a:pt x="647" y="464"/>
                      <a:pt x="655" y="435"/>
                    </a:cubicBezTo>
                    <a:cubicBezTo>
                      <a:pt x="663" y="408"/>
                      <a:pt x="676" y="385"/>
                      <a:pt x="699" y="366"/>
                    </a:cubicBezTo>
                    <a:cubicBezTo>
                      <a:pt x="701" y="370"/>
                      <a:pt x="703" y="372"/>
                      <a:pt x="704" y="375"/>
                    </a:cubicBezTo>
                    <a:cubicBezTo>
                      <a:pt x="712" y="393"/>
                      <a:pt x="721" y="411"/>
                      <a:pt x="727" y="429"/>
                    </a:cubicBezTo>
                    <a:cubicBezTo>
                      <a:pt x="737" y="456"/>
                      <a:pt x="743" y="484"/>
                      <a:pt x="741" y="514"/>
                    </a:cubicBezTo>
                    <a:cubicBezTo>
                      <a:pt x="737" y="554"/>
                      <a:pt x="718" y="585"/>
                      <a:pt x="683" y="607"/>
                    </a:cubicBezTo>
                    <a:cubicBezTo>
                      <a:pt x="694" y="639"/>
                      <a:pt x="705" y="671"/>
                      <a:pt x="716" y="705"/>
                    </a:cubicBezTo>
                    <a:cubicBezTo>
                      <a:pt x="713" y="630"/>
                      <a:pt x="721" y="562"/>
                      <a:pt x="790" y="517"/>
                    </a:cubicBezTo>
                    <a:cubicBezTo>
                      <a:pt x="791" y="519"/>
                      <a:pt x="792" y="521"/>
                      <a:pt x="793" y="522"/>
                    </a:cubicBezTo>
                    <a:cubicBezTo>
                      <a:pt x="806" y="558"/>
                      <a:pt x="813" y="595"/>
                      <a:pt x="813" y="633"/>
                    </a:cubicBezTo>
                    <a:cubicBezTo>
                      <a:pt x="814" y="673"/>
                      <a:pt x="804" y="710"/>
                      <a:pt x="774" y="739"/>
                    </a:cubicBezTo>
                    <a:cubicBezTo>
                      <a:pt x="761" y="751"/>
                      <a:pt x="746" y="759"/>
                      <a:pt x="731" y="770"/>
                    </a:cubicBezTo>
                    <a:cubicBezTo>
                      <a:pt x="736" y="803"/>
                      <a:pt x="741" y="839"/>
                      <a:pt x="745" y="872"/>
                    </a:cubicBezTo>
                    <a:cubicBezTo>
                      <a:pt x="750" y="853"/>
                      <a:pt x="754" y="831"/>
                      <a:pt x="760" y="810"/>
                    </a:cubicBezTo>
                    <a:cubicBezTo>
                      <a:pt x="772" y="763"/>
                      <a:pt x="798" y="726"/>
                      <a:pt x="840" y="701"/>
                    </a:cubicBezTo>
                    <a:cubicBezTo>
                      <a:pt x="846" y="697"/>
                      <a:pt x="852" y="695"/>
                      <a:pt x="859" y="692"/>
                    </a:cubicBezTo>
                    <a:cubicBezTo>
                      <a:pt x="860" y="694"/>
                      <a:pt x="861" y="696"/>
                      <a:pt x="861" y="698"/>
                    </a:cubicBezTo>
                    <a:cubicBezTo>
                      <a:pt x="868" y="740"/>
                      <a:pt x="869" y="782"/>
                      <a:pt x="861" y="823"/>
                    </a:cubicBezTo>
                    <a:cubicBezTo>
                      <a:pt x="852" y="866"/>
                      <a:pt x="833" y="902"/>
                      <a:pt x="796" y="925"/>
                    </a:cubicBezTo>
                    <a:cubicBezTo>
                      <a:pt x="781" y="934"/>
                      <a:pt x="765" y="939"/>
                      <a:pt x="749" y="946"/>
                    </a:cubicBezTo>
                    <a:cubicBezTo>
                      <a:pt x="747" y="982"/>
                      <a:pt x="746" y="1019"/>
                      <a:pt x="744" y="1057"/>
                    </a:cubicBezTo>
                    <a:cubicBezTo>
                      <a:pt x="745" y="1054"/>
                      <a:pt x="746" y="1052"/>
                      <a:pt x="746" y="1050"/>
                    </a:cubicBezTo>
                    <a:cubicBezTo>
                      <a:pt x="755" y="1030"/>
                      <a:pt x="762" y="1010"/>
                      <a:pt x="771" y="990"/>
                    </a:cubicBezTo>
                    <a:cubicBezTo>
                      <a:pt x="789" y="953"/>
                      <a:pt x="814" y="923"/>
                      <a:pt x="849" y="902"/>
                    </a:cubicBezTo>
                    <a:cubicBezTo>
                      <a:pt x="864" y="893"/>
                      <a:pt x="880" y="886"/>
                      <a:pt x="898" y="883"/>
                    </a:cubicBezTo>
                    <a:cubicBezTo>
                      <a:pt x="898" y="885"/>
                      <a:pt x="898" y="886"/>
                      <a:pt x="898" y="887"/>
                    </a:cubicBezTo>
                    <a:cubicBezTo>
                      <a:pt x="898" y="935"/>
                      <a:pt x="891" y="983"/>
                      <a:pt x="872" y="1027"/>
                    </a:cubicBezTo>
                    <a:cubicBezTo>
                      <a:pt x="846" y="1086"/>
                      <a:pt x="804" y="1122"/>
                      <a:pt x="738" y="1127"/>
                    </a:cubicBezTo>
                    <a:cubicBezTo>
                      <a:pt x="732" y="1127"/>
                      <a:pt x="732" y="1131"/>
                      <a:pt x="731" y="1135"/>
                    </a:cubicBezTo>
                    <a:cubicBezTo>
                      <a:pt x="723" y="1170"/>
                      <a:pt x="714" y="1204"/>
                      <a:pt x="706" y="1238"/>
                    </a:cubicBezTo>
                    <a:cubicBezTo>
                      <a:pt x="705" y="1241"/>
                      <a:pt x="704" y="1244"/>
                      <a:pt x="704" y="1247"/>
                    </a:cubicBezTo>
                    <a:cubicBezTo>
                      <a:pt x="708" y="1244"/>
                      <a:pt x="710" y="1240"/>
                      <a:pt x="712" y="1236"/>
                    </a:cubicBezTo>
                    <a:cubicBezTo>
                      <a:pt x="734" y="1201"/>
                      <a:pt x="757" y="1167"/>
                      <a:pt x="789" y="1141"/>
                    </a:cubicBezTo>
                    <a:cubicBezTo>
                      <a:pt x="822" y="1116"/>
                      <a:pt x="858" y="1100"/>
                      <a:pt x="900" y="1099"/>
                    </a:cubicBezTo>
                    <a:cubicBezTo>
                      <a:pt x="900" y="1101"/>
                      <a:pt x="900" y="1104"/>
                      <a:pt x="900" y="1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charset="-128"/>
                  <a:ea typeface="汉仪旗黑-55简" panose="00020600040101010101" charset="-128"/>
                  <a:cs typeface="汉仪旗黑-55简" panose="00020600040101010101" charset="-128"/>
                </a:endParaRPr>
              </a:p>
            </p:txBody>
          </p:sp>
          <p:sp>
            <p:nvSpPr>
              <p:cNvPr id="35" name="演示研究所 SlideLab.cc">
                <a:extLst>
                  <a:ext uri="{FF2B5EF4-FFF2-40B4-BE49-F238E27FC236}">
                    <a16:creationId xmlns:a16="http://schemas.microsoft.com/office/drawing/2014/main" id="{850BCE51-F157-8C4C-9224-375142E3F792}"/>
                  </a:ext>
                </a:extLst>
              </p:cNvPr>
              <p:cNvSpPr/>
              <p:nvPr/>
            </p:nvSpPr>
            <p:spPr bwMode="auto">
              <a:xfrm>
                <a:off x="2401887" y="6372227"/>
                <a:ext cx="1711326" cy="3525837"/>
              </a:xfrm>
              <a:custGeom>
                <a:avLst/>
                <a:gdLst>
                  <a:gd name="T0" fmla="*/ 165 w 918"/>
                  <a:gd name="T1" fmla="*/ 1085 h 1891"/>
                  <a:gd name="T2" fmla="*/ 26 w 918"/>
                  <a:gd name="T3" fmla="*/ 731 h 1891"/>
                  <a:gd name="T4" fmla="*/ 152 w 918"/>
                  <a:gd name="T5" fmla="*/ 898 h 1891"/>
                  <a:gd name="T6" fmla="*/ 82 w 918"/>
                  <a:gd name="T7" fmla="*/ 555 h 1891"/>
                  <a:gd name="T8" fmla="*/ 164 w 918"/>
                  <a:gd name="T9" fmla="*/ 607 h 1891"/>
                  <a:gd name="T10" fmla="*/ 218 w 918"/>
                  <a:gd name="T11" fmla="*/ 572 h 1891"/>
                  <a:gd name="T12" fmla="*/ 268 w 918"/>
                  <a:gd name="T13" fmla="*/ 258 h 1891"/>
                  <a:gd name="T14" fmla="*/ 337 w 918"/>
                  <a:gd name="T15" fmla="*/ 359 h 1891"/>
                  <a:gd name="T16" fmla="*/ 400 w 918"/>
                  <a:gd name="T17" fmla="*/ 195 h 1891"/>
                  <a:gd name="T18" fmla="*/ 414 w 918"/>
                  <a:gd name="T19" fmla="*/ 218 h 1891"/>
                  <a:gd name="T20" fmla="*/ 473 w 918"/>
                  <a:gd name="T21" fmla="*/ 209 h 1891"/>
                  <a:gd name="T22" fmla="*/ 534 w 918"/>
                  <a:gd name="T23" fmla="*/ 80 h 1891"/>
                  <a:gd name="T24" fmla="*/ 634 w 918"/>
                  <a:gd name="T25" fmla="*/ 88 h 1891"/>
                  <a:gd name="T26" fmla="*/ 643 w 918"/>
                  <a:gd name="T27" fmla="*/ 107 h 1891"/>
                  <a:gd name="T28" fmla="*/ 688 w 918"/>
                  <a:gd name="T29" fmla="*/ 173 h 1891"/>
                  <a:gd name="T30" fmla="*/ 494 w 918"/>
                  <a:gd name="T31" fmla="*/ 214 h 1891"/>
                  <a:gd name="T32" fmla="*/ 447 w 918"/>
                  <a:gd name="T33" fmla="*/ 264 h 1891"/>
                  <a:gd name="T34" fmla="*/ 545 w 918"/>
                  <a:gd name="T35" fmla="*/ 305 h 1891"/>
                  <a:gd name="T36" fmla="*/ 347 w 918"/>
                  <a:gd name="T37" fmla="*/ 373 h 1891"/>
                  <a:gd name="T38" fmla="*/ 405 w 918"/>
                  <a:gd name="T39" fmla="*/ 459 h 1891"/>
                  <a:gd name="T40" fmla="*/ 237 w 918"/>
                  <a:gd name="T41" fmla="*/ 570 h 1891"/>
                  <a:gd name="T42" fmla="*/ 327 w 918"/>
                  <a:gd name="T43" fmla="*/ 601 h 1891"/>
                  <a:gd name="T44" fmla="*/ 190 w 918"/>
                  <a:gd name="T45" fmla="*/ 730 h 1891"/>
                  <a:gd name="T46" fmla="*/ 274 w 918"/>
                  <a:gd name="T47" fmla="*/ 758 h 1891"/>
                  <a:gd name="T48" fmla="*/ 187 w 918"/>
                  <a:gd name="T49" fmla="*/ 858 h 1891"/>
                  <a:gd name="T50" fmla="*/ 318 w 918"/>
                  <a:gd name="T51" fmla="*/ 805 h 1891"/>
                  <a:gd name="T52" fmla="*/ 181 w 918"/>
                  <a:gd name="T53" fmla="*/ 1083 h 1891"/>
                  <a:gd name="T54" fmla="*/ 321 w 918"/>
                  <a:gd name="T55" fmla="*/ 922 h 1891"/>
                  <a:gd name="T56" fmla="*/ 199 w 918"/>
                  <a:gd name="T57" fmla="*/ 1160 h 1891"/>
                  <a:gd name="T58" fmla="*/ 342 w 918"/>
                  <a:gd name="T59" fmla="*/ 1078 h 1891"/>
                  <a:gd name="T60" fmla="*/ 271 w 918"/>
                  <a:gd name="T61" fmla="*/ 1334 h 1891"/>
                  <a:gd name="T62" fmla="*/ 390 w 918"/>
                  <a:gd name="T63" fmla="*/ 1237 h 1891"/>
                  <a:gd name="T64" fmla="*/ 384 w 918"/>
                  <a:gd name="T65" fmla="*/ 1513 h 1891"/>
                  <a:gd name="T66" fmla="*/ 430 w 918"/>
                  <a:gd name="T67" fmla="*/ 1513 h 1891"/>
                  <a:gd name="T68" fmla="*/ 541 w 918"/>
                  <a:gd name="T69" fmla="*/ 1674 h 1891"/>
                  <a:gd name="T70" fmla="*/ 624 w 918"/>
                  <a:gd name="T71" fmla="*/ 1508 h 1891"/>
                  <a:gd name="T72" fmla="*/ 776 w 918"/>
                  <a:gd name="T73" fmla="*/ 1808 h 1891"/>
                  <a:gd name="T74" fmla="*/ 903 w 918"/>
                  <a:gd name="T75" fmla="*/ 1868 h 1891"/>
                  <a:gd name="T76" fmla="*/ 654 w 918"/>
                  <a:gd name="T77" fmla="*/ 1881 h 1891"/>
                  <a:gd name="T78" fmla="*/ 397 w 918"/>
                  <a:gd name="T79" fmla="*/ 1758 h 1891"/>
                  <a:gd name="T80" fmla="*/ 538 w 918"/>
                  <a:gd name="T81" fmla="*/ 1691 h 1891"/>
                  <a:gd name="T82" fmla="*/ 185 w 918"/>
                  <a:gd name="T83" fmla="*/ 1581 h 1891"/>
                  <a:gd name="T84" fmla="*/ 460 w 918"/>
                  <a:gd name="T85" fmla="*/ 1631 h 1891"/>
                  <a:gd name="T86" fmla="*/ 361 w 918"/>
                  <a:gd name="T87" fmla="*/ 1529 h 1891"/>
                  <a:gd name="T88" fmla="*/ 70 w 918"/>
                  <a:gd name="T89" fmla="*/ 1358 h 1891"/>
                  <a:gd name="T90" fmla="*/ 316 w 918"/>
                  <a:gd name="T91" fmla="*/ 1463 h 1891"/>
                  <a:gd name="T92" fmla="*/ 13 w 918"/>
                  <a:gd name="T93" fmla="*/ 1142 h 1891"/>
                  <a:gd name="T94" fmla="*/ 217 w 918"/>
                  <a:gd name="T95" fmla="*/ 1275 h 1891"/>
                  <a:gd name="T96" fmla="*/ 2 w 918"/>
                  <a:gd name="T97" fmla="*/ 945 h 18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18" h="1891">
                    <a:moveTo>
                      <a:pt x="0" y="922"/>
                    </a:moveTo>
                    <a:cubicBezTo>
                      <a:pt x="27" y="924"/>
                      <a:pt x="51" y="936"/>
                      <a:pt x="73" y="951"/>
                    </a:cubicBezTo>
                    <a:cubicBezTo>
                      <a:pt x="107" y="975"/>
                      <a:pt x="129" y="1009"/>
                      <a:pt x="147" y="1046"/>
                    </a:cubicBezTo>
                    <a:cubicBezTo>
                      <a:pt x="153" y="1058"/>
                      <a:pt x="159" y="1071"/>
                      <a:pt x="165" y="1085"/>
                    </a:cubicBezTo>
                    <a:cubicBezTo>
                      <a:pt x="161" y="1047"/>
                      <a:pt x="157" y="1010"/>
                      <a:pt x="153" y="974"/>
                    </a:cubicBezTo>
                    <a:cubicBezTo>
                      <a:pt x="141" y="971"/>
                      <a:pt x="129" y="968"/>
                      <a:pt x="117" y="963"/>
                    </a:cubicBezTo>
                    <a:cubicBezTo>
                      <a:pt x="72" y="944"/>
                      <a:pt x="47" y="908"/>
                      <a:pt x="34" y="862"/>
                    </a:cubicBezTo>
                    <a:cubicBezTo>
                      <a:pt x="22" y="819"/>
                      <a:pt x="21" y="775"/>
                      <a:pt x="26" y="731"/>
                    </a:cubicBezTo>
                    <a:cubicBezTo>
                      <a:pt x="26" y="731"/>
                      <a:pt x="26" y="730"/>
                      <a:pt x="27" y="729"/>
                    </a:cubicBezTo>
                    <a:cubicBezTo>
                      <a:pt x="31" y="730"/>
                      <a:pt x="35" y="731"/>
                      <a:pt x="38" y="732"/>
                    </a:cubicBezTo>
                    <a:cubicBezTo>
                      <a:pt x="78" y="750"/>
                      <a:pt x="108" y="779"/>
                      <a:pt x="124" y="819"/>
                    </a:cubicBezTo>
                    <a:cubicBezTo>
                      <a:pt x="135" y="845"/>
                      <a:pt x="144" y="874"/>
                      <a:pt x="152" y="898"/>
                    </a:cubicBezTo>
                    <a:cubicBezTo>
                      <a:pt x="155" y="867"/>
                      <a:pt x="157" y="832"/>
                      <a:pt x="160" y="796"/>
                    </a:cubicBezTo>
                    <a:cubicBezTo>
                      <a:pt x="142" y="789"/>
                      <a:pt x="125" y="780"/>
                      <a:pt x="110" y="766"/>
                    </a:cubicBezTo>
                    <a:cubicBezTo>
                      <a:pt x="86" y="742"/>
                      <a:pt x="73" y="712"/>
                      <a:pt x="70" y="679"/>
                    </a:cubicBezTo>
                    <a:cubicBezTo>
                      <a:pt x="65" y="637"/>
                      <a:pt x="71" y="596"/>
                      <a:pt x="82" y="555"/>
                    </a:cubicBezTo>
                    <a:cubicBezTo>
                      <a:pt x="82" y="554"/>
                      <a:pt x="83" y="552"/>
                      <a:pt x="84" y="549"/>
                    </a:cubicBezTo>
                    <a:cubicBezTo>
                      <a:pt x="156" y="590"/>
                      <a:pt x="168" y="658"/>
                      <a:pt x="171" y="732"/>
                    </a:cubicBezTo>
                    <a:cubicBezTo>
                      <a:pt x="180" y="698"/>
                      <a:pt x="188" y="666"/>
                      <a:pt x="196" y="635"/>
                    </a:cubicBezTo>
                    <a:cubicBezTo>
                      <a:pt x="185" y="626"/>
                      <a:pt x="173" y="617"/>
                      <a:pt x="164" y="607"/>
                    </a:cubicBezTo>
                    <a:cubicBezTo>
                      <a:pt x="138" y="580"/>
                      <a:pt x="130" y="547"/>
                      <a:pt x="132" y="511"/>
                    </a:cubicBezTo>
                    <a:cubicBezTo>
                      <a:pt x="135" y="471"/>
                      <a:pt x="146" y="434"/>
                      <a:pt x="163" y="398"/>
                    </a:cubicBezTo>
                    <a:cubicBezTo>
                      <a:pt x="164" y="397"/>
                      <a:pt x="165" y="396"/>
                      <a:pt x="166" y="394"/>
                    </a:cubicBezTo>
                    <a:cubicBezTo>
                      <a:pt x="227" y="441"/>
                      <a:pt x="227" y="505"/>
                      <a:pt x="218" y="572"/>
                    </a:cubicBezTo>
                    <a:cubicBezTo>
                      <a:pt x="232" y="543"/>
                      <a:pt x="245" y="514"/>
                      <a:pt x="258" y="485"/>
                    </a:cubicBezTo>
                    <a:cubicBezTo>
                      <a:pt x="258" y="485"/>
                      <a:pt x="258" y="484"/>
                      <a:pt x="258" y="484"/>
                    </a:cubicBezTo>
                    <a:cubicBezTo>
                      <a:pt x="219" y="453"/>
                      <a:pt x="208" y="413"/>
                      <a:pt x="218" y="366"/>
                    </a:cubicBezTo>
                    <a:cubicBezTo>
                      <a:pt x="226" y="326"/>
                      <a:pt x="245" y="292"/>
                      <a:pt x="268" y="258"/>
                    </a:cubicBezTo>
                    <a:cubicBezTo>
                      <a:pt x="273" y="264"/>
                      <a:pt x="278" y="268"/>
                      <a:pt x="281" y="273"/>
                    </a:cubicBezTo>
                    <a:cubicBezTo>
                      <a:pt x="305" y="307"/>
                      <a:pt x="308" y="345"/>
                      <a:pt x="300" y="384"/>
                    </a:cubicBezTo>
                    <a:cubicBezTo>
                      <a:pt x="297" y="400"/>
                      <a:pt x="292" y="415"/>
                      <a:pt x="288" y="432"/>
                    </a:cubicBezTo>
                    <a:cubicBezTo>
                      <a:pt x="305" y="407"/>
                      <a:pt x="321" y="383"/>
                      <a:pt x="337" y="359"/>
                    </a:cubicBezTo>
                    <a:cubicBezTo>
                      <a:pt x="324" y="345"/>
                      <a:pt x="314" y="329"/>
                      <a:pt x="311" y="309"/>
                    </a:cubicBezTo>
                    <a:cubicBezTo>
                      <a:pt x="307" y="287"/>
                      <a:pt x="309" y="266"/>
                      <a:pt x="317" y="246"/>
                    </a:cubicBezTo>
                    <a:cubicBezTo>
                      <a:pt x="331" y="210"/>
                      <a:pt x="354" y="179"/>
                      <a:pt x="381" y="151"/>
                    </a:cubicBezTo>
                    <a:cubicBezTo>
                      <a:pt x="391" y="164"/>
                      <a:pt x="397" y="179"/>
                      <a:pt x="400" y="195"/>
                    </a:cubicBezTo>
                    <a:cubicBezTo>
                      <a:pt x="407" y="228"/>
                      <a:pt x="397" y="258"/>
                      <a:pt x="384" y="288"/>
                    </a:cubicBezTo>
                    <a:cubicBezTo>
                      <a:pt x="381" y="296"/>
                      <a:pt x="377" y="303"/>
                      <a:pt x="374" y="312"/>
                    </a:cubicBezTo>
                    <a:cubicBezTo>
                      <a:pt x="392" y="292"/>
                      <a:pt x="410" y="272"/>
                      <a:pt x="428" y="253"/>
                    </a:cubicBezTo>
                    <a:cubicBezTo>
                      <a:pt x="423" y="241"/>
                      <a:pt x="417" y="230"/>
                      <a:pt x="414" y="218"/>
                    </a:cubicBezTo>
                    <a:cubicBezTo>
                      <a:pt x="407" y="187"/>
                      <a:pt x="418" y="160"/>
                      <a:pt x="435" y="134"/>
                    </a:cubicBezTo>
                    <a:cubicBezTo>
                      <a:pt x="451" y="109"/>
                      <a:pt x="472" y="88"/>
                      <a:pt x="495" y="69"/>
                    </a:cubicBezTo>
                    <a:cubicBezTo>
                      <a:pt x="496" y="68"/>
                      <a:pt x="498" y="67"/>
                      <a:pt x="501" y="65"/>
                    </a:cubicBezTo>
                    <a:cubicBezTo>
                      <a:pt x="527" y="120"/>
                      <a:pt x="502" y="165"/>
                      <a:pt x="473" y="209"/>
                    </a:cubicBezTo>
                    <a:cubicBezTo>
                      <a:pt x="475" y="208"/>
                      <a:pt x="476" y="207"/>
                      <a:pt x="477" y="206"/>
                    </a:cubicBezTo>
                    <a:cubicBezTo>
                      <a:pt x="493" y="194"/>
                      <a:pt x="508" y="181"/>
                      <a:pt x="523" y="168"/>
                    </a:cubicBezTo>
                    <a:cubicBezTo>
                      <a:pt x="527" y="165"/>
                      <a:pt x="529" y="162"/>
                      <a:pt x="526" y="156"/>
                    </a:cubicBezTo>
                    <a:cubicBezTo>
                      <a:pt x="515" y="129"/>
                      <a:pt x="520" y="104"/>
                      <a:pt x="534" y="80"/>
                    </a:cubicBezTo>
                    <a:cubicBezTo>
                      <a:pt x="549" y="54"/>
                      <a:pt x="593" y="14"/>
                      <a:pt x="622" y="0"/>
                    </a:cubicBezTo>
                    <a:cubicBezTo>
                      <a:pt x="631" y="23"/>
                      <a:pt x="630" y="46"/>
                      <a:pt x="620" y="66"/>
                    </a:cubicBezTo>
                    <a:cubicBezTo>
                      <a:pt x="610" y="86"/>
                      <a:pt x="596" y="105"/>
                      <a:pt x="583" y="126"/>
                    </a:cubicBezTo>
                    <a:cubicBezTo>
                      <a:pt x="601" y="113"/>
                      <a:pt x="620" y="103"/>
                      <a:pt x="634" y="88"/>
                    </a:cubicBezTo>
                    <a:cubicBezTo>
                      <a:pt x="676" y="41"/>
                      <a:pt x="728" y="14"/>
                      <a:pt x="789" y="7"/>
                    </a:cubicBezTo>
                    <a:cubicBezTo>
                      <a:pt x="805" y="5"/>
                      <a:pt x="821" y="5"/>
                      <a:pt x="840" y="4"/>
                    </a:cubicBezTo>
                    <a:cubicBezTo>
                      <a:pt x="837" y="7"/>
                      <a:pt x="836" y="9"/>
                      <a:pt x="835" y="10"/>
                    </a:cubicBezTo>
                    <a:cubicBezTo>
                      <a:pt x="780" y="60"/>
                      <a:pt x="717" y="94"/>
                      <a:pt x="643" y="107"/>
                    </a:cubicBezTo>
                    <a:cubicBezTo>
                      <a:pt x="641" y="107"/>
                      <a:pt x="639" y="108"/>
                      <a:pt x="637" y="109"/>
                    </a:cubicBezTo>
                    <a:cubicBezTo>
                      <a:pt x="622" y="118"/>
                      <a:pt x="608" y="127"/>
                      <a:pt x="594" y="136"/>
                    </a:cubicBezTo>
                    <a:cubicBezTo>
                      <a:pt x="640" y="122"/>
                      <a:pt x="684" y="119"/>
                      <a:pt x="722" y="159"/>
                    </a:cubicBezTo>
                    <a:cubicBezTo>
                      <a:pt x="710" y="164"/>
                      <a:pt x="699" y="169"/>
                      <a:pt x="688" y="173"/>
                    </a:cubicBezTo>
                    <a:cubicBezTo>
                      <a:pt x="658" y="185"/>
                      <a:pt x="627" y="195"/>
                      <a:pt x="593" y="193"/>
                    </a:cubicBezTo>
                    <a:cubicBezTo>
                      <a:pt x="576" y="192"/>
                      <a:pt x="561" y="187"/>
                      <a:pt x="546" y="178"/>
                    </a:cubicBezTo>
                    <a:cubicBezTo>
                      <a:pt x="542" y="175"/>
                      <a:pt x="539" y="176"/>
                      <a:pt x="534" y="179"/>
                    </a:cubicBezTo>
                    <a:cubicBezTo>
                      <a:pt x="521" y="191"/>
                      <a:pt x="507" y="202"/>
                      <a:pt x="494" y="214"/>
                    </a:cubicBezTo>
                    <a:cubicBezTo>
                      <a:pt x="541" y="193"/>
                      <a:pt x="587" y="188"/>
                      <a:pt x="632" y="225"/>
                    </a:cubicBezTo>
                    <a:cubicBezTo>
                      <a:pt x="615" y="234"/>
                      <a:pt x="601" y="243"/>
                      <a:pt x="585" y="250"/>
                    </a:cubicBezTo>
                    <a:cubicBezTo>
                      <a:pt x="563" y="261"/>
                      <a:pt x="540" y="271"/>
                      <a:pt x="515" y="274"/>
                    </a:cubicBezTo>
                    <a:cubicBezTo>
                      <a:pt x="491" y="277"/>
                      <a:pt x="469" y="274"/>
                      <a:pt x="447" y="264"/>
                    </a:cubicBezTo>
                    <a:cubicBezTo>
                      <a:pt x="445" y="263"/>
                      <a:pt x="440" y="264"/>
                      <a:pt x="439" y="265"/>
                    </a:cubicBezTo>
                    <a:cubicBezTo>
                      <a:pt x="425" y="280"/>
                      <a:pt x="411" y="295"/>
                      <a:pt x="397" y="311"/>
                    </a:cubicBezTo>
                    <a:cubicBezTo>
                      <a:pt x="420" y="297"/>
                      <a:pt x="443" y="286"/>
                      <a:pt x="470" y="284"/>
                    </a:cubicBezTo>
                    <a:cubicBezTo>
                      <a:pt x="497" y="282"/>
                      <a:pt x="522" y="289"/>
                      <a:pt x="545" y="305"/>
                    </a:cubicBezTo>
                    <a:cubicBezTo>
                      <a:pt x="541" y="309"/>
                      <a:pt x="538" y="311"/>
                      <a:pt x="534" y="314"/>
                    </a:cubicBezTo>
                    <a:cubicBezTo>
                      <a:pt x="509" y="334"/>
                      <a:pt x="482" y="352"/>
                      <a:pt x="453" y="364"/>
                    </a:cubicBezTo>
                    <a:cubicBezTo>
                      <a:pt x="422" y="377"/>
                      <a:pt x="391" y="379"/>
                      <a:pt x="359" y="369"/>
                    </a:cubicBezTo>
                    <a:cubicBezTo>
                      <a:pt x="353" y="368"/>
                      <a:pt x="350" y="368"/>
                      <a:pt x="347" y="373"/>
                    </a:cubicBezTo>
                    <a:cubicBezTo>
                      <a:pt x="337" y="389"/>
                      <a:pt x="326" y="404"/>
                      <a:pt x="316" y="420"/>
                    </a:cubicBezTo>
                    <a:cubicBezTo>
                      <a:pt x="314" y="422"/>
                      <a:pt x="313" y="424"/>
                      <a:pt x="312" y="427"/>
                    </a:cubicBezTo>
                    <a:cubicBezTo>
                      <a:pt x="359" y="386"/>
                      <a:pt x="409" y="371"/>
                      <a:pt x="468" y="400"/>
                    </a:cubicBezTo>
                    <a:cubicBezTo>
                      <a:pt x="449" y="423"/>
                      <a:pt x="428" y="442"/>
                      <a:pt x="405" y="459"/>
                    </a:cubicBezTo>
                    <a:cubicBezTo>
                      <a:pt x="388" y="471"/>
                      <a:pt x="370" y="483"/>
                      <a:pt x="350" y="488"/>
                    </a:cubicBezTo>
                    <a:cubicBezTo>
                      <a:pt x="338" y="491"/>
                      <a:pt x="325" y="494"/>
                      <a:pt x="312" y="494"/>
                    </a:cubicBezTo>
                    <a:cubicBezTo>
                      <a:pt x="300" y="495"/>
                      <a:pt x="287" y="493"/>
                      <a:pt x="273" y="492"/>
                    </a:cubicBezTo>
                    <a:cubicBezTo>
                      <a:pt x="262" y="518"/>
                      <a:pt x="249" y="544"/>
                      <a:pt x="237" y="570"/>
                    </a:cubicBezTo>
                    <a:cubicBezTo>
                      <a:pt x="238" y="571"/>
                      <a:pt x="238" y="571"/>
                      <a:pt x="239" y="571"/>
                    </a:cubicBezTo>
                    <a:cubicBezTo>
                      <a:pt x="280" y="516"/>
                      <a:pt x="331" y="491"/>
                      <a:pt x="402" y="514"/>
                    </a:cubicBezTo>
                    <a:cubicBezTo>
                      <a:pt x="397" y="520"/>
                      <a:pt x="394" y="526"/>
                      <a:pt x="390" y="532"/>
                    </a:cubicBezTo>
                    <a:cubicBezTo>
                      <a:pt x="372" y="557"/>
                      <a:pt x="351" y="581"/>
                      <a:pt x="327" y="601"/>
                    </a:cubicBezTo>
                    <a:cubicBezTo>
                      <a:pt x="296" y="627"/>
                      <a:pt x="261" y="639"/>
                      <a:pt x="221" y="638"/>
                    </a:cubicBezTo>
                    <a:cubicBezTo>
                      <a:pt x="215" y="638"/>
                      <a:pt x="212" y="640"/>
                      <a:pt x="211" y="646"/>
                    </a:cubicBezTo>
                    <a:cubicBezTo>
                      <a:pt x="204" y="672"/>
                      <a:pt x="197" y="699"/>
                      <a:pt x="190" y="725"/>
                    </a:cubicBezTo>
                    <a:cubicBezTo>
                      <a:pt x="190" y="727"/>
                      <a:pt x="190" y="728"/>
                      <a:pt x="190" y="730"/>
                    </a:cubicBezTo>
                    <a:cubicBezTo>
                      <a:pt x="209" y="690"/>
                      <a:pt x="235" y="657"/>
                      <a:pt x="279" y="643"/>
                    </a:cubicBezTo>
                    <a:cubicBezTo>
                      <a:pt x="302" y="635"/>
                      <a:pt x="332" y="633"/>
                      <a:pt x="353" y="640"/>
                    </a:cubicBezTo>
                    <a:cubicBezTo>
                      <a:pt x="348" y="649"/>
                      <a:pt x="344" y="659"/>
                      <a:pt x="340" y="668"/>
                    </a:cubicBezTo>
                    <a:cubicBezTo>
                      <a:pt x="322" y="701"/>
                      <a:pt x="302" y="733"/>
                      <a:pt x="274" y="758"/>
                    </a:cubicBezTo>
                    <a:cubicBezTo>
                      <a:pt x="249" y="781"/>
                      <a:pt x="219" y="793"/>
                      <a:pt x="185" y="797"/>
                    </a:cubicBezTo>
                    <a:cubicBezTo>
                      <a:pt x="180" y="798"/>
                      <a:pt x="177" y="798"/>
                      <a:pt x="176" y="804"/>
                    </a:cubicBezTo>
                    <a:cubicBezTo>
                      <a:pt x="174" y="837"/>
                      <a:pt x="171" y="870"/>
                      <a:pt x="169" y="904"/>
                    </a:cubicBezTo>
                    <a:cubicBezTo>
                      <a:pt x="175" y="888"/>
                      <a:pt x="180" y="872"/>
                      <a:pt x="187" y="858"/>
                    </a:cubicBezTo>
                    <a:cubicBezTo>
                      <a:pt x="213" y="804"/>
                      <a:pt x="257" y="778"/>
                      <a:pt x="316" y="777"/>
                    </a:cubicBezTo>
                    <a:cubicBezTo>
                      <a:pt x="318" y="777"/>
                      <a:pt x="319" y="777"/>
                      <a:pt x="321" y="777"/>
                    </a:cubicBezTo>
                    <a:cubicBezTo>
                      <a:pt x="322" y="777"/>
                      <a:pt x="323" y="778"/>
                      <a:pt x="325" y="778"/>
                    </a:cubicBezTo>
                    <a:cubicBezTo>
                      <a:pt x="322" y="787"/>
                      <a:pt x="320" y="796"/>
                      <a:pt x="318" y="805"/>
                    </a:cubicBezTo>
                    <a:cubicBezTo>
                      <a:pt x="308" y="837"/>
                      <a:pt x="295" y="869"/>
                      <a:pt x="276" y="897"/>
                    </a:cubicBezTo>
                    <a:cubicBezTo>
                      <a:pt x="252" y="935"/>
                      <a:pt x="218" y="958"/>
                      <a:pt x="177" y="971"/>
                    </a:cubicBezTo>
                    <a:cubicBezTo>
                      <a:pt x="172" y="972"/>
                      <a:pt x="170" y="973"/>
                      <a:pt x="171" y="979"/>
                    </a:cubicBezTo>
                    <a:cubicBezTo>
                      <a:pt x="174" y="1013"/>
                      <a:pt x="178" y="1048"/>
                      <a:pt x="181" y="1083"/>
                    </a:cubicBezTo>
                    <a:cubicBezTo>
                      <a:pt x="182" y="1083"/>
                      <a:pt x="183" y="1083"/>
                      <a:pt x="183" y="1083"/>
                    </a:cubicBezTo>
                    <a:cubicBezTo>
                      <a:pt x="185" y="1074"/>
                      <a:pt x="185" y="1064"/>
                      <a:pt x="187" y="1055"/>
                    </a:cubicBezTo>
                    <a:cubicBezTo>
                      <a:pt x="188" y="1045"/>
                      <a:pt x="190" y="1036"/>
                      <a:pt x="193" y="1027"/>
                    </a:cubicBezTo>
                    <a:cubicBezTo>
                      <a:pt x="211" y="963"/>
                      <a:pt x="262" y="927"/>
                      <a:pt x="321" y="922"/>
                    </a:cubicBezTo>
                    <a:cubicBezTo>
                      <a:pt x="320" y="934"/>
                      <a:pt x="319" y="946"/>
                      <a:pt x="317" y="958"/>
                    </a:cubicBezTo>
                    <a:cubicBezTo>
                      <a:pt x="313" y="991"/>
                      <a:pt x="306" y="1023"/>
                      <a:pt x="293" y="1054"/>
                    </a:cubicBezTo>
                    <a:cubicBezTo>
                      <a:pt x="276" y="1096"/>
                      <a:pt x="245" y="1128"/>
                      <a:pt x="204" y="1148"/>
                    </a:cubicBezTo>
                    <a:cubicBezTo>
                      <a:pt x="198" y="1151"/>
                      <a:pt x="197" y="1154"/>
                      <a:pt x="199" y="1160"/>
                    </a:cubicBezTo>
                    <a:cubicBezTo>
                      <a:pt x="210" y="1195"/>
                      <a:pt x="222" y="1230"/>
                      <a:pt x="233" y="1266"/>
                    </a:cubicBezTo>
                    <a:cubicBezTo>
                      <a:pt x="233" y="1268"/>
                      <a:pt x="235" y="1270"/>
                      <a:pt x="235" y="1271"/>
                    </a:cubicBezTo>
                    <a:cubicBezTo>
                      <a:pt x="235" y="1252"/>
                      <a:pt x="233" y="1233"/>
                      <a:pt x="233" y="1214"/>
                    </a:cubicBezTo>
                    <a:cubicBezTo>
                      <a:pt x="235" y="1150"/>
                      <a:pt x="280" y="1094"/>
                      <a:pt x="342" y="1078"/>
                    </a:cubicBezTo>
                    <a:cubicBezTo>
                      <a:pt x="343" y="1077"/>
                      <a:pt x="343" y="1078"/>
                      <a:pt x="345" y="1078"/>
                    </a:cubicBezTo>
                    <a:cubicBezTo>
                      <a:pt x="346" y="1091"/>
                      <a:pt x="348" y="1104"/>
                      <a:pt x="349" y="1117"/>
                    </a:cubicBezTo>
                    <a:cubicBezTo>
                      <a:pt x="351" y="1153"/>
                      <a:pt x="351" y="1189"/>
                      <a:pt x="342" y="1225"/>
                    </a:cubicBezTo>
                    <a:cubicBezTo>
                      <a:pt x="332" y="1270"/>
                      <a:pt x="307" y="1306"/>
                      <a:pt x="271" y="1334"/>
                    </a:cubicBezTo>
                    <a:cubicBezTo>
                      <a:pt x="269" y="1336"/>
                      <a:pt x="267" y="1337"/>
                      <a:pt x="265" y="1339"/>
                    </a:cubicBezTo>
                    <a:cubicBezTo>
                      <a:pt x="285" y="1380"/>
                      <a:pt x="307" y="1419"/>
                      <a:pt x="334" y="1457"/>
                    </a:cubicBezTo>
                    <a:cubicBezTo>
                      <a:pt x="328" y="1439"/>
                      <a:pt x="323" y="1422"/>
                      <a:pt x="319" y="1405"/>
                    </a:cubicBezTo>
                    <a:cubicBezTo>
                      <a:pt x="302" y="1336"/>
                      <a:pt x="329" y="1273"/>
                      <a:pt x="390" y="1237"/>
                    </a:cubicBezTo>
                    <a:cubicBezTo>
                      <a:pt x="393" y="1235"/>
                      <a:pt x="397" y="1233"/>
                      <a:pt x="402" y="1230"/>
                    </a:cubicBezTo>
                    <a:cubicBezTo>
                      <a:pt x="408" y="1254"/>
                      <a:pt x="416" y="1277"/>
                      <a:pt x="421" y="1300"/>
                    </a:cubicBezTo>
                    <a:cubicBezTo>
                      <a:pt x="429" y="1333"/>
                      <a:pt x="434" y="1366"/>
                      <a:pt x="431" y="1399"/>
                    </a:cubicBezTo>
                    <a:cubicBezTo>
                      <a:pt x="428" y="1442"/>
                      <a:pt x="411" y="1480"/>
                      <a:pt x="384" y="1513"/>
                    </a:cubicBezTo>
                    <a:cubicBezTo>
                      <a:pt x="383" y="1514"/>
                      <a:pt x="381" y="1516"/>
                      <a:pt x="379" y="1518"/>
                    </a:cubicBezTo>
                    <a:cubicBezTo>
                      <a:pt x="409" y="1554"/>
                      <a:pt x="441" y="1588"/>
                      <a:pt x="478" y="1619"/>
                    </a:cubicBezTo>
                    <a:cubicBezTo>
                      <a:pt x="474" y="1614"/>
                      <a:pt x="470" y="1609"/>
                      <a:pt x="467" y="1604"/>
                    </a:cubicBezTo>
                    <a:cubicBezTo>
                      <a:pt x="448" y="1576"/>
                      <a:pt x="434" y="1547"/>
                      <a:pt x="430" y="1513"/>
                    </a:cubicBezTo>
                    <a:cubicBezTo>
                      <a:pt x="422" y="1455"/>
                      <a:pt x="450" y="1403"/>
                      <a:pt x="491" y="1374"/>
                    </a:cubicBezTo>
                    <a:cubicBezTo>
                      <a:pt x="524" y="1429"/>
                      <a:pt x="554" y="1485"/>
                      <a:pt x="564" y="1550"/>
                    </a:cubicBezTo>
                    <a:cubicBezTo>
                      <a:pt x="571" y="1591"/>
                      <a:pt x="563" y="1630"/>
                      <a:pt x="545" y="1668"/>
                    </a:cubicBezTo>
                    <a:cubicBezTo>
                      <a:pt x="544" y="1670"/>
                      <a:pt x="543" y="1672"/>
                      <a:pt x="541" y="1674"/>
                    </a:cubicBezTo>
                    <a:cubicBezTo>
                      <a:pt x="585" y="1708"/>
                      <a:pt x="632" y="1737"/>
                      <a:pt x="682" y="1762"/>
                    </a:cubicBezTo>
                    <a:cubicBezTo>
                      <a:pt x="680" y="1760"/>
                      <a:pt x="677" y="1758"/>
                      <a:pt x="675" y="1756"/>
                    </a:cubicBezTo>
                    <a:cubicBezTo>
                      <a:pt x="648" y="1733"/>
                      <a:pt x="624" y="1709"/>
                      <a:pt x="607" y="1678"/>
                    </a:cubicBezTo>
                    <a:cubicBezTo>
                      <a:pt x="577" y="1624"/>
                      <a:pt x="584" y="1556"/>
                      <a:pt x="624" y="1508"/>
                    </a:cubicBezTo>
                    <a:cubicBezTo>
                      <a:pt x="631" y="1515"/>
                      <a:pt x="637" y="1521"/>
                      <a:pt x="643" y="1527"/>
                    </a:cubicBezTo>
                    <a:cubicBezTo>
                      <a:pt x="681" y="1565"/>
                      <a:pt x="715" y="1605"/>
                      <a:pt x="742" y="1650"/>
                    </a:cubicBezTo>
                    <a:cubicBezTo>
                      <a:pt x="770" y="1697"/>
                      <a:pt x="780" y="1747"/>
                      <a:pt x="770" y="1800"/>
                    </a:cubicBezTo>
                    <a:cubicBezTo>
                      <a:pt x="769" y="1806"/>
                      <a:pt x="773" y="1807"/>
                      <a:pt x="776" y="1808"/>
                    </a:cubicBezTo>
                    <a:cubicBezTo>
                      <a:pt x="817" y="1822"/>
                      <a:pt x="858" y="1837"/>
                      <a:pt x="900" y="1851"/>
                    </a:cubicBezTo>
                    <a:cubicBezTo>
                      <a:pt x="902" y="1852"/>
                      <a:pt x="905" y="1853"/>
                      <a:pt x="908" y="1853"/>
                    </a:cubicBezTo>
                    <a:cubicBezTo>
                      <a:pt x="913" y="1855"/>
                      <a:pt x="918" y="1858"/>
                      <a:pt x="915" y="1864"/>
                    </a:cubicBezTo>
                    <a:cubicBezTo>
                      <a:pt x="913" y="1870"/>
                      <a:pt x="909" y="1870"/>
                      <a:pt x="903" y="1868"/>
                    </a:cubicBezTo>
                    <a:cubicBezTo>
                      <a:pt x="890" y="1864"/>
                      <a:pt x="877" y="1861"/>
                      <a:pt x="864" y="1856"/>
                    </a:cubicBezTo>
                    <a:cubicBezTo>
                      <a:pt x="832" y="1845"/>
                      <a:pt x="801" y="1834"/>
                      <a:pt x="770" y="1822"/>
                    </a:cubicBezTo>
                    <a:cubicBezTo>
                      <a:pt x="764" y="1820"/>
                      <a:pt x="762" y="1820"/>
                      <a:pt x="758" y="1825"/>
                    </a:cubicBezTo>
                    <a:cubicBezTo>
                      <a:pt x="731" y="1857"/>
                      <a:pt x="695" y="1874"/>
                      <a:pt x="654" y="1881"/>
                    </a:cubicBezTo>
                    <a:cubicBezTo>
                      <a:pt x="590" y="1891"/>
                      <a:pt x="531" y="1875"/>
                      <a:pt x="473" y="1850"/>
                    </a:cubicBezTo>
                    <a:cubicBezTo>
                      <a:pt x="436" y="1833"/>
                      <a:pt x="401" y="1813"/>
                      <a:pt x="368" y="1789"/>
                    </a:cubicBezTo>
                    <a:cubicBezTo>
                      <a:pt x="364" y="1787"/>
                      <a:pt x="361" y="1783"/>
                      <a:pt x="356" y="1780"/>
                    </a:cubicBezTo>
                    <a:cubicBezTo>
                      <a:pt x="369" y="1770"/>
                      <a:pt x="383" y="1763"/>
                      <a:pt x="397" y="1758"/>
                    </a:cubicBezTo>
                    <a:cubicBezTo>
                      <a:pt x="449" y="1738"/>
                      <a:pt x="501" y="1736"/>
                      <a:pt x="555" y="1749"/>
                    </a:cubicBezTo>
                    <a:cubicBezTo>
                      <a:pt x="597" y="1758"/>
                      <a:pt x="639" y="1770"/>
                      <a:pt x="682" y="1782"/>
                    </a:cubicBezTo>
                    <a:cubicBezTo>
                      <a:pt x="678" y="1780"/>
                      <a:pt x="675" y="1778"/>
                      <a:pt x="671" y="1776"/>
                    </a:cubicBezTo>
                    <a:cubicBezTo>
                      <a:pt x="624" y="1751"/>
                      <a:pt x="580" y="1723"/>
                      <a:pt x="538" y="1691"/>
                    </a:cubicBezTo>
                    <a:cubicBezTo>
                      <a:pt x="533" y="1687"/>
                      <a:pt x="529" y="1687"/>
                      <a:pt x="524" y="1691"/>
                    </a:cubicBezTo>
                    <a:cubicBezTo>
                      <a:pt x="484" y="1719"/>
                      <a:pt x="440" y="1726"/>
                      <a:pt x="392" y="1718"/>
                    </a:cubicBezTo>
                    <a:cubicBezTo>
                      <a:pt x="347" y="1710"/>
                      <a:pt x="308" y="1689"/>
                      <a:pt x="272" y="1662"/>
                    </a:cubicBezTo>
                    <a:cubicBezTo>
                      <a:pt x="240" y="1638"/>
                      <a:pt x="211" y="1611"/>
                      <a:pt x="185" y="1581"/>
                    </a:cubicBezTo>
                    <a:cubicBezTo>
                      <a:pt x="183" y="1578"/>
                      <a:pt x="181" y="1575"/>
                      <a:pt x="178" y="1571"/>
                    </a:cubicBezTo>
                    <a:cubicBezTo>
                      <a:pt x="188" y="1568"/>
                      <a:pt x="198" y="1564"/>
                      <a:pt x="207" y="1562"/>
                    </a:cubicBezTo>
                    <a:cubicBezTo>
                      <a:pt x="263" y="1549"/>
                      <a:pt x="317" y="1557"/>
                      <a:pt x="368" y="1582"/>
                    </a:cubicBezTo>
                    <a:cubicBezTo>
                      <a:pt x="399" y="1597"/>
                      <a:pt x="429" y="1614"/>
                      <a:pt x="460" y="1631"/>
                    </a:cubicBezTo>
                    <a:cubicBezTo>
                      <a:pt x="462" y="1632"/>
                      <a:pt x="464" y="1633"/>
                      <a:pt x="467" y="1633"/>
                    </a:cubicBezTo>
                    <a:cubicBezTo>
                      <a:pt x="459" y="1625"/>
                      <a:pt x="450" y="1618"/>
                      <a:pt x="442" y="1610"/>
                    </a:cubicBezTo>
                    <a:cubicBezTo>
                      <a:pt x="418" y="1584"/>
                      <a:pt x="394" y="1558"/>
                      <a:pt x="370" y="1532"/>
                    </a:cubicBezTo>
                    <a:cubicBezTo>
                      <a:pt x="367" y="1528"/>
                      <a:pt x="365" y="1527"/>
                      <a:pt x="361" y="1529"/>
                    </a:cubicBezTo>
                    <a:cubicBezTo>
                      <a:pt x="311" y="1551"/>
                      <a:pt x="262" y="1546"/>
                      <a:pt x="215" y="1522"/>
                    </a:cubicBezTo>
                    <a:cubicBezTo>
                      <a:pt x="171" y="1499"/>
                      <a:pt x="138" y="1464"/>
                      <a:pt x="110" y="1425"/>
                    </a:cubicBezTo>
                    <a:cubicBezTo>
                      <a:pt x="97" y="1406"/>
                      <a:pt x="86" y="1385"/>
                      <a:pt x="74" y="1366"/>
                    </a:cubicBezTo>
                    <a:cubicBezTo>
                      <a:pt x="72" y="1364"/>
                      <a:pt x="72" y="1361"/>
                      <a:pt x="70" y="1358"/>
                    </a:cubicBezTo>
                    <a:cubicBezTo>
                      <a:pt x="90" y="1353"/>
                      <a:pt x="108" y="1353"/>
                      <a:pt x="127" y="1355"/>
                    </a:cubicBezTo>
                    <a:cubicBezTo>
                      <a:pt x="174" y="1359"/>
                      <a:pt x="216" y="1379"/>
                      <a:pt x="252" y="1408"/>
                    </a:cubicBezTo>
                    <a:cubicBezTo>
                      <a:pt x="273" y="1425"/>
                      <a:pt x="293" y="1443"/>
                      <a:pt x="314" y="1461"/>
                    </a:cubicBezTo>
                    <a:cubicBezTo>
                      <a:pt x="315" y="1462"/>
                      <a:pt x="316" y="1463"/>
                      <a:pt x="316" y="1463"/>
                    </a:cubicBezTo>
                    <a:cubicBezTo>
                      <a:pt x="294" y="1424"/>
                      <a:pt x="271" y="1386"/>
                      <a:pt x="248" y="1346"/>
                    </a:cubicBezTo>
                    <a:cubicBezTo>
                      <a:pt x="227" y="1351"/>
                      <a:pt x="204" y="1352"/>
                      <a:pt x="182" y="1347"/>
                    </a:cubicBezTo>
                    <a:cubicBezTo>
                      <a:pt x="138" y="1337"/>
                      <a:pt x="104" y="1312"/>
                      <a:pt x="78" y="1278"/>
                    </a:cubicBezTo>
                    <a:cubicBezTo>
                      <a:pt x="47" y="1237"/>
                      <a:pt x="27" y="1191"/>
                      <a:pt x="13" y="1142"/>
                    </a:cubicBezTo>
                    <a:cubicBezTo>
                      <a:pt x="13" y="1141"/>
                      <a:pt x="13" y="1139"/>
                      <a:pt x="12" y="1135"/>
                    </a:cubicBezTo>
                    <a:cubicBezTo>
                      <a:pt x="26" y="1137"/>
                      <a:pt x="40" y="1138"/>
                      <a:pt x="53" y="1141"/>
                    </a:cubicBezTo>
                    <a:cubicBezTo>
                      <a:pt x="105" y="1152"/>
                      <a:pt x="145" y="1182"/>
                      <a:pt x="177" y="1222"/>
                    </a:cubicBezTo>
                    <a:cubicBezTo>
                      <a:pt x="191" y="1240"/>
                      <a:pt x="205" y="1258"/>
                      <a:pt x="217" y="1275"/>
                    </a:cubicBezTo>
                    <a:cubicBezTo>
                      <a:pt x="205" y="1237"/>
                      <a:pt x="192" y="1197"/>
                      <a:pt x="180" y="1156"/>
                    </a:cubicBezTo>
                    <a:cubicBezTo>
                      <a:pt x="168" y="1155"/>
                      <a:pt x="156" y="1155"/>
                      <a:pt x="144" y="1152"/>
                    </a:cubicBezTo>
                    <a:cubicBezTo>
                      <a:pt x="97" y="1142"/>
                      <a:pt x="64" y="1114"/>
                      <a:pt x="40" y="1073"/>
                    </a:cubicBezTo>
                    <a:cubicBezTo>
                      <a:pt x="18" y="1033"/>
                      <a:pt x="8" y="990"/>
                      <a:pt x="2" y="945"/>
                    </a:cubicBezTo>
                    <a:cubicBezTo>
                      <a:pt x="1" y="942"/>
                      <a:pt x="1" y="940"/>
                      <a:pt x="0" y="937"/>
                    </a:cubicBezTo>
                    <a:cubicBezTo>
                      <a:pt x="0" y="932"/>
                      <a:pt x="0" y="927"/>
                      <a:pt x="0" y="9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汉仪旗黑-55简" panose="00020600040101010101" charset="-128"/>
                  <a:ea typeface="汉仪旗黑-55简" panose="00020600040101010101" charset="-128"/>
                  <a:cs typeface="汉仪旗黑-55简" panose="00020600040101010101" charset="-128"/>
                </a:endParaRPr>
              </a:p>
            </p:txBody>
          </p:sp>
        </p:grpSp>
      </p:grpSp>
      <p:grpSp>
        <p:nvGrpSpPr>
          <p:cNvPr id="36" name="演示研究所 SlideLab.cc">
            <a:extLst>
              <a:ext uri="{FF2B5EF4-FFF2-40B4-BE49-F238E27FC236}">
                <a16:creationId xmlns:a16="http://schemas.microsoft.com/office/drawing/2014/main" id="{ECB1EE24-5993-0847-8D17-60DF938D379A}"/>
              </a:ext>
            </a:extLst>
          </p:cNvPr>
          <p:cNvGrpSpPr/>
          <p:nvPr/>
        </p:nvGrpSpPr>
        <p:grpSpPr>
          <a:xfrm>
            <a:off x="5474138" y="2529977"/>
            <a:ext cx="1394146" cy="1319300"/>
            <a:chOff x="3078466" y="1244285"/>
            <a:chExt cx="2987068" cy="2826705"/>
          </a:xfrm>
        </p:grpSpPr>
        <p:sp>
          <p:nvSpPr>
            <p:cNvPr id="37" name="演示研究所 SlideLab.cc">
              <a:extLst>
                <a:ext uri="{FF2B5EF4-FFF2-40B4-BE49-F238E27FC236}">
                  <a16:creationId xmlns:a16="http://schemas.microsoft.com/office/drawing/2014/main" id="{0F214045-8A77-8E4B-A3B8-7877991F5D42}"/>
                </a:ext>
              </a:extLst>
            </p:cNvPr>
            <p:cNvSpPr/>
            <p:nvPr/>
          </p:nvSpPr>
          <p:spPr bwMode="auto">
            <a:xfrm>
              <a:off x="4572000" y="1244285"/>
              <a:ext cx="1493534" cy="1757096"/>
            </a:xfrm>
            <a:custGeom>
              <a:avLst/>
              <a:gdLst>
                <a:gd name="T0" fmla="*/ 460241095 w 1534"/>
                <a:gd name="T1" fmla="*/ 934440516 h 1804"/>
                <a:gd name="T2" fmla="*/ 0 w 1534"/>
                <a:gd name="T3" fmla="*/ 0 h 1804"/>
                <a:gd name="T4" fmla="*/ 0 w 1534"/>
                <a:gd name="T5" fmla="*/ 679947018 h 1804"/>
                <a:gd name="T6" fmla="*/ 238859290 w 1534"/>
                <a:gd name="T7" fmla="*/ 1165622896 h 1804"/>
                <a:gd name="T8" fmla="*/ 774835825 w 1534"/>
                <a:gd name="T9" fmla="*/ 1243330563 h 1804"/>
                <a:gd name="T10" fmla="*/ 388389322 w 1534"/>
                <a:gd name="T11" fmla="*/ 1622157906 h 1804"/>
                <a:gd name="T12" fmla="*/ 409750474 w 1534"/>
                <a:gd name="T13" fmla="*/ 1752319530 h 1804"/>
                <a:gd name="T14" fmla="*/ 802023462 w 1534"/>
                <a:gd name="T15" fmla="*/ 1752319530 h 1804"/>
                <a:gd name="T16" fmla="*/ 1489471863 w 1534"/>
                <a:gd name="T17" fmla="*/ 1084029057 h 1804"/>
                <a:gd name="T18" fmla="*/ 460241095 w 1534"/>
                <a:gd name="T19" fmla="*/ 934440516 h 18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34" h="1804">
                  <a:moveTo>
                    <a:pt x="474" y="962"/>
                  </a:moveTo>
                  <a:lnTo>
                    <a:pt x="0" y="0"/>
                  </a:lnTo>
                  <a:lnTo>
                    <a:pt x="0" y="700"/>
                  </a:lnTo>
                  <a:lnTo>
                    <a:pt x="246" y="1200"/>
                  </a:lnTo>
                  <a:lnTo>
                    <a:pt x="798" y="1280"/>
                  </a:lnTo>
                  <a:lnTo>
                    <a:pt x="400" y="1670"/>
                  </a:lnTo>
                  <a:lnTo>
                    <a:pt x="422" y="1804"/>
                  </a:lnTo>
                  <a:lnTo>
                    <a:pt x="826" y="1804"/>
                  </a:lnTo>
                  <a:lnTo>
                    <a:pt x="1534" y="1116"/>
                  </a:lnTo>
                  <a:lnTo>
                    <a:pt x="474" y="962"/>
                  </a:lnTo>
                  <a:close/>
                </a:path>
              </a:pathLst>
            </a:custGeom>
            <a:gradFill>
              <a:gsLst>
                <a:gs pos="25000">
                  <a:schemeClr val="accent2"/>
                </a:gs>
                <a:gs pos="7300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 w="19050">
              <a:noFill/>
            </a:ln>
            <a:effectLst>
              <a:outerShdw blurRad="254000" dist="127000" dir="2700000" algn="tl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vi-VN" sz="1400">
                <a:solidFill>
                  <a:schemeClr val="lt1"/>
                </a:solidFill>
                <a:cs typeface="汉仪旗黑-55简" panose="00020600040101010101" charset="-128"/>
              </a:endParaRPr>
            </a:p>
          </p:txBody>
        </p:sp>
        <p:sp>
          <p:nvSpPr>
            <p:cNvPr id="38" name="演示研究所 SlideLab.cc">
              <a:extLst>
                <a:ext uri="{FF2B5EF4-FFF2-40B4-BE49-F238E27FC236}">
                  <a16:creationId xmlns:a16="http://schemas.microsoft.com/office/drawing/2014/main" id="{1E940C6D-ECFD-BB4D-8464-3C0D4C727B4D}"/>
                </a:ext>
              </a:extLst>
            </p:cNvPr>
            <p:cNvSpPr/>
            <p:nvPr/>
          </p:nvSpPr>
          <p:spPr bwMode="auto">
            <a:xfrm>
              <a:off x="3078466" y="1244285"/>
              <a:ext cx="1493533" cy="1757096"/>
            </a:xfrm>
            <a:custGeom>
              <a:avLst/>
              <a:gdLst>
                <a:gd name="T0" fmla="*/ 1029230767 w 1534"/>
                <a:gd name="T1" fmla="*/ 934440516 h 1804"/>
                <a:gd name="T2" fmla="*/ 0 w 1534"/>
                <a:gd name="T3" fmla="*/ 1084029057 h 1804"/>
                <a:gd name="T4" fmla="*/ 687448400 w 1534"/>
                <a:gd name="T5" fmla="*/ 1752319530 h 1804"/>
                <a:gd name="T6" fmla="*/ 1079721389 w 1534"/>
                <a:gd name="T7" fmla="*/ 1752319530 h 1804"/>
                <a:gd name="T8" fmla="*/ 1103024374 w 1534"/>
                <a:gd name="T9" fmla="*/ 1622157906 h 1804"/>
                <a:gd name="T10" fmla="*/ 714636037 w 1534"/>
                <a:gd name="T11" fmla="*/ 1243330563 h 1804"/>
                <a:gd name="T12" fmla="*/ 1250612572 w 1534"/>
                <a:gd name="T13" fmla="*/ 1165622896 h 1804"/>
                <a:gd name="T14" fmla="*/ 1489471863 w 1534"/>
                <a:gd name="T15" fmla="*/ 679947018 h 1804"/>
                <a:gd name="T16" fmla="*/ 1489471863 w 1534"/>
                <a:gd name="T17" fmla="*/ 0 h 1804"/>
                <a:gd name="T18" fmla="*/ 1029230767 w 1534"/>
                <a:gd name="T19" fmla="*/ 934440516 h 18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34" h="1804">
                  <a:moveTo>
                    <a:pt x="1060" y="962"/>
                  </a:moveTo>
                  <a:lnTo>
                    <a:pt x="0" y="1116"/>
                  </a:lnTo>
                  <a:lnTo>
                    <a:pt x="708" y="1804"/>
                  </a:lnTo>
                  <a:lnTo>
                    <a:pt x="1112" y="1804"/>
                  </a:lnTo>
                  <a:lnTo>
                    <a:pt x="1136" y="1670"/>
                  </a:lnTo>
                  <a:lnTo>
                    <a:pt x="736" y="1280"/>
                  </a:lnTo>
                  <a:lnTo>
                    <a:pt x="1288" y="1200"/>
                  </a:lnTo>
                  <a:lnTo>
                    <a:pt x="1534" y="700"/>
                  </a:lnTo>
                  <a:lnTo>
                    <a:pt x="1534" y="0"/>
                  </a:lnTo>
                  <a:lnTo>
                    <a:pt x="1060" y="962"/>
                  </a:lnTo>
                  <a:close/>
                </a:path>
              </a:pathLst>
            </a:custGeom>
            <a:gradFill>
              <a:gsLst>
                <a:gs pos="25000">
                  <a:schemeClr val="accent2"/>
                </a:gs>
                <a:gs pos="7300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 w="19050">
              <a:noFill/>
            </a:ln>
            <a:effectLst>
              <a:outerShdw blurRad="254000" dist="127000" dir="2700000" algn="tl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vi-VN" sz="1400">
                <a:solidFill>
                  <a:schemeClr val="lt1"/>
                </a:solidFill>
                <a:cs typeface="汉仪旗黑-55简" panose="00020600040101010101" charset="-128"/>
              </a:endParaRPr>
            </a:p>
          </p:txBody>
        </p:sp>
        <p:sp>
          <p:nvSpPr>
            <p:cNvPr id="39" name="演示研究所 SlideLab.cc">
              <a:extLst>
                <a:ext uri="{FF2B5EF4-FFF2-40B4-BE49-F238E27FC236}">
                  <a16:creationId xmlns:a16="http://schemas.microsoft.com/office/drawing/2014/main" id="{3F22C786-71FD-5946-8712-59E26ED04F1D}"/>
                </a:ext>
              </a:extLst>
            </p:cNvPr>
            <p:cNvSpPr/>
            <p:nvPr/>
          </p:nvSpPr>
          <p:spPr bwMode="auto">
            <a:xfrm>
              <a:off x="4643304" y="3143807"/>
              <a:ext cx="853447" cy="927183"/>
            </a:xfrm>
            <a:custGeom>
              <a:avLst/>
              <a:gdLst>
                <a:gd name="T0" fmla="*/ 0 w 876"/>
                <a:gd name="T1" fmla="*/ 29138806 h 952"/>
                <a:gd name="T2" fmla="*/ 0 w 876"/>
                <a:gd name="T3" fmla="*/ 477871696 h 952"/>
                <a:gd name="T4" fmla="*/ 851127092 w 876"/>
                <a:gd name="T5" fmla="*/ 924662129 h 952"/>
                <a:gd name="T6" fmla="*/ 691784020 w 876"/>
                <a:gd name="T7" fmla="*/ 0 h 952"/>
                <a:gd name="T8" fmla="*/ 367267589 w 876"/>
                <a:gd name="T9" fmla="*/ 0 h 952"/>
                <a:gd name="T10" fmla="*/ 410017760 w 876"/>
                <a:gd name="T11" fmla="*/ 244763215 h 952"/>
                <a:gd name="T12" fmla="*/ 0 w 876"/>
                <a:gd name="T13" fmla="*/ 29138806 h 9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76" h="952">
                  <a:moveTo>
                    <a:pt x="0" y="30"/>
                  </a:moveTo>
                  <a:lnTo>
                    <a:pt x="0" y="492"/>
                  </a:lnTo>
                  <a:lnTo>
                    <a:pt x="876" y="952"/>
                  </a:lnTo>
                  <a:lnTo>
                    <a:pt x="712" y="0"/>
                  </a:lnTo>
                  <a:lnTo>
                    <a:pt x="378" y="0"/>
                  </a:lnTo>
                  <a:lnTo>
                    <a:pt x="422" y="252"/>
                  </a:lnTo>
                  <a:lnTo>
                    <a:pt x="0" y="30"/>
                  </a:lnTo>
                  <a:close/>
                </a:path>
              </a:pathLst>
            </a:custGeom>
            <a:gradFill>
              <a:gsLst>
                <a:gs pos="25000">
                  <a:schemeClr val="accent2"/>
                </a:gs>
                <a:gs pos="7300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 w="19050">
              <a:noFill/>
            </a:ln>
            <a:effectLst>
              <a:outerShdw blurRad="254000" dist="127000" dir="2700000" algn="tl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vi-VN" sz="1400">
                <a:solidFill>
                  <a:schemeClr val="lt1"/>
                </a:solidFill>
                <a:cs typeface="汉仪旗黑-55简" panose="00020600040101010101" charset="-128"/>
              </a:endParaRPr>
            </a:p>
          </p:txBody>
        </p:sp>
        <p:sp>
          <p:nvSpPr>
            <p:cNvPr id="40" name="演示研究所 SlideLab.cc">
              <a:extLst>
                <a:ext uri="{FF2B5EF4-FFF2-40B4-BE49-F238E27FC236}">
                  <a16:creationId xmlns:a16="http://schemas.microsoft.com/office/drawing/2014/main" id="{39CEB128-31B2-F043-B1AA-F9CFFA4FB19E}"/>
                </a:ext>
              </a:extLst>
            </p:cNvPr>
            <p:cNvSpPr/>
            <p:nvPr/>
          </p:nvSpPr>
          <p:spPr bwMode="auto">
            <a:xfrm>
              <a:off x="3642615" y="3143807"/>
              <a:ext cx="856585" cy="927183"/>
            </a:xfrm>
            <a:custGeom>
              <a:avLst/>
              <a:gdLst>
                <a:gd name="T0" fmla="*/ 854256123 w 878"/>
                <a:gd name="T1" fmla="*/ 29138806 h 952"/>
                <a:gd name="T2" fmla="*/ 443668360 w 878"/>
                <a:gd name="T3" fmla="*/ 244763215 h 952"/>
                <a:gd name="T4" fmla="*/ 484532161 w 878"/>
                <a:gd name="T5" fmla="*/ 0 h 952"/>
                <a:gd name="T6" fmla="*/ 159564590 w 878"/>
                <a:gd name="T7" fmla="*/ 0 h 952"/>
                <a:gd name="T8" fmla="*/ 0 w 878"/>
                <a:gd name="T9" fmla="*/ 924662129 h 952"/>
                <a:gd name="T10" fmla="*/ 854256123 w 878"/>
                <a:gd name="T11" fmla="*/ 477871696 h 952"/>
                <a:gd name="T12" fmla="*/ 854256123 w 878"/>
                <a:gd name="T13" fmla="*/ 29138806 h 9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78" h="952">
                  <a:moveTo>
                    <a:pt x="878" y="30"/>
                  </a:moveTo>
                  <a:lnTo>
                    <a:pt x="456" y="252"/>
                  </a:lnTo>
                  <a:lnTo>
                    <a:pt x="498" y="0"/>
                  </a:lnTo>
                  <a:lnTo>
                    <a:pt x="164" y="0"/>
                  </a:lnTo>
                  <a:lnTo>
                    <a:pt x="0" y="952"/>
                  </a:lnTo>
                  <a:lnTo>
                    <a:pt x="878" y="492"/>
                  </a:lnTo>
                  <a:lnTo>
                    <a:pt x="878" y="30"/>
                  </a:lnTo>
                  <a:close/>
                </a:path>
              </a:pathLst>
            </a:custGeom>
            <a:gradFill>
              <a:gsLst>
                <a:gs pos="25000">
                  <a:schemeClr val="accent2"/>
                </a:gs>
                <a:gs pos="73000">
                  <a:schemeClr val="accent1"/>
                </a:gs>
                <a:gs pos="100000">
                  <a:schemeClr val="accent1"/>
                </a:gs>
              </a:gsLst>
              <a:lin ang="2700000" scaled="0"/>
            </a:gradFill>
            <a:ln w="19050">
              <a:noFill/>
            </a:ln>
            <a:effectLst>
              <a:outerShdw blurRad="254000" dist="127000" dir="2700000" algn="tl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vi-VN" sz="1400">
                <a:solidFill>
                  <a:schemeClr val="lt1"/>
                </a:solidFill>
                <a:cs typeface="汉仪旗黑-55简" panose="00020600040101010101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5249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演示研究所 SlideLab.cc" descr="免费 城市建筑 素材图片">
            <a:extLst>
              <a:ext uri="{FF2B5EF4-FFF2-40B4-BE49-F238E27FC236}">
                <a16:creationId xmlns:a16="http://schemas.microsoft.com/office/drawing/2014/main" id="{462103BA-9914-5766-F84A-3E3E035711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演示研究所 SlideLab.cc">
            <a:extLst>
              <a:ext uri="{FF2B5EF4-FFF2-40B4-BE49-F238E27FC236}">
                <a16:creationId xmlns:a16="http://schemas.microsoft.com/office/drawing/2014/main" id="{7BD0558A-6F30-DE73-6354-00159A2DFE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" name="演示研究所 SlideLab.cc">
            <a:extLst>
              <a:ext uri="{FF2B5EF4-FFF2-40B4-BE49-F238E27FC236}">
                <a16:creationId xmlns:a16="http://schemas.microsoft.com/office/drawing/2014/main" id="{259ED266-F6B8-7D38-A6E6-D9F8B3B870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11" name="演示研究所 SlideLab.cc">
            <a:extLst>
              <a:ext uri="{FF2B5EF4-FFF2-40B4-BE49-F238E27FC236}">
                <a16:creationId xmlns:a16="http://schemas.microsoft.com/office/drawing/2014/main" id="{744A8BF9-1330-B113-AF50-D21D785C4F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12" name="演示研究所 SlideLab.cc">
            <a:extLst>
              <a:ext uri="{FF2B5EF4-FFF2-40B4-BE49-F238E27FC236}">
                <a16:creationId xmlns:a16="http://schemas.microsoft.com/office/drawing/2014/main" id="{055F2EF6-B9C1-D6A7-EB79-3A2531F4251F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13" name="演示研究所 SlideLab.cc">
              <a:extLst>
                <a:ext uri="{FF2B5EF4-FFF2-40B4-BE49-F238E27FC236}">
                  <a16:creationId xmlns:a16="http://schemas.microsoft.com/office/drawing/2014/main" id="{591C5E20-7530-B8B1-8CAE-75636C62AE3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4" name="演示研究所 SlideLab.cc">
              <a:extLst>
                <a:ext uri="{FF2B5EF4-FFF2-40B4-BE49-F238E27FC236}">
                  <a16:creationId xmlns:a16="http://schemas.microsoft.com/office/drawing/2014/main" id="{D9A215F6-B488-32D8-ED28-10DA7DD06526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5" name="演示研究所 SlideLab.cc">
              <a:extLst>
                <a:ext uri="{FF2B5EF4-FFF2-40B4-BE49-F238E27FC236}">
                  <a16:creationId xmlns:a16="http://schemas.microsoft.com/office/drawing/2014/main" id="{0389B2A1-C308-9E75-6B86-42482FEC478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3AB51E1D-637D-419A-1661-9E336145C73C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请输入您的标题</a:t>
            </a:r>
          </a:p>
        </p:txBody>
      </p:sp>
      <p:sp>
        <p:nvSpPr>
          <p:cNvPr id="2" name="演示研究所 SlideLab.cc">
            <a:extLst>
              <a:ext uri="{FF2B5EF4-FFF2-40B4-BE49-F238E27FC236}">
                <a16:creationId xmlns:a16="http://schemas.microsoft.com/office/drawing/2014/main" id="{C44156AB-6BA1-4338-99BB-7478D7EC2378}"/>
              </a:ext>
            </a:extLst>
          </p:cNvPr>
          <p:cNvSpPr/>
          <p:nvPr/>
        </p:nvSpPr>
        <p:spPr>
          <a:xfrm>
            <a:off x="4326150" y="1099163"/>
            <a:ext cx="3390268" cy="3390267"/>
          </a:xfrm>
          <a:prstGeom prst="ellipse">
            <a:avLst/>
          </a:prstGeom>
          <a:noFill/>
          <a:ln w="6350">
            <a:solidFill>
              <a:schemeClr val="accent3">
                <a:alpha val="4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9942" dirty="0"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8B794A8E-FBD9-4851-A7BB-E0E41301BA86}"/>
              </a:ext>
            </a:extLst>
          </p:cNvPr>
          <p:cNvSpPr/>
          <p:nvPr/>
        </p:nvSpPr>
        <p:spPr>
          <a:xfrm>
            <a:off x="3177" y="2643188"/>
            <a:ext cx="12185651" cy="4213922"/>
          </a:xfrm>
          <a:prstGeom prst="rect">
            <a:avLst/>
          </a:prstGeom>
          <a:gradFill>
            <a:gsLst>
              <a:gs pos="9000">
                <a:schemeClr val="accent1"/>
              </a:gs>
              <a:gs pos="100000">
                <a:schemeClr val="accent2"/>
              </a:gs>
            </a:gsLst>
            <a:lin ang="9600000" scaled="0"/>
          </a:gradFill>
          <a:ln>
            <a:noFill/>
          </a:ln>
          <a:effectLst>
            <a:outerShdw blurRad="342900" dist="50800" dir="5400000" algn="ctr" rotWithShape="0">
              <a:schemeClr val="accent1">
                <a:alpha val="43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lang="en-US" dirty="0">
              <a:latin typeface="汉仪旗黑 55简" panose="00020600040101010101" pitchFamily="18" charset="-122"/>
              <a:ea typeface="汉仪旗黑 55简" panose="00020600040101010101" pitchFamily="18" charset="-122"/>
              <a:cs typeface="Calibri"/>
              <a:sym typeface="汉仪旗黑 55简" panose="00020600040101010101" pitchFamily="18" charset="-122"/>
            </a:endParaRPr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F81FDD13-2B75-43D4-9F4B-B2A41145ADD5}"/>
              </a:ext>
            </a:extLst>
          </p:cNvPr>
          <p:cNvSpPr/>
          <p:nvPr/>
        </p:nvSpPr>
        <p:spPr>
          <a:xfrm>
            <a:off x="4937245" y="1653273"/>
            <a:ext cx="2133600" cy="2133600"/>
          </a:xfrm>
          <a:custGeom>
            <a:avLst/>
            <a:gdLst>
              <a:gd name="connsiteX0" fmla="*/ 1066800 w 2133600"/>
              <a:gd name="connsiteY0" fmla="*/ 0 h 2133600"/>
              <a:gd name="connsiteX1" fmla="*/ 2133600 w 2133600"/>
              <a:gd name="connsiteY1" fmla="*/ 1066800 h 2133600"/>
              <a:gd name="connsiteX2" fmla="*/ 1066800 w 2133600"/>
              <a:gd name="connsiteY2" fmla="*/ 2133600 h 2133600"/>
              <a:gd name="connsiteX3" fmla="*/ 0 w 2133600"/>
              <a:gd name="connsiteY3" fmla="*/ 1066800 h 2133600"/>
              <a:gd name="connsiteX4" fmla="*/ 1066800 w 2133600"/>
              <a:gd name="connsiteY4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3600" h="2133600">
                <a:moveTo>
                  <a:pt x="1066800" y="0"/>
                </a:moveTo>
                <a:cubicBezTo>
                  <a:pt x="1655977" y="0"/>
                  <a:pt x="2133600" y="477623"/>
                  <a:pt x="2133600" y="1066800"/>
                </a:cubicBezTo>
                <a:cubicBezTo>
                  <a:pt x="2133600" y="1655977"/>
                  <a:pt x="1655977" y="2133600"/>
                  <a:pt x="1066800" y="2133600"/>
                </a:cubicBezTo>
                <a:cubicBezTo>
                  <a:pt x="477623" y="2133600"/>
                  <a:pt x="0" y="1655977"/>
                  <a:pt x="0" y="1066800"/>
                </a:cubicBezTo>
                <a:cubicBezTo>
                  <a:pt x="0" y="477623"/>
                  <a:pt x="477623" y="0"/>
                  <a:pt x="1066800" y="0"/>
                </a:cubicBezTo>
                <a:close/>
              </a:path>
            </a:pathLst>
          </a:custGeom>
          <a:blipFill>
            <a:blip r:embed="rId8"/>
            <a:stretch>
              <a:fillRect t="-25000" b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5" name="演示研究所 SlideLab.cc" descr="Phone free icon">
            <a:extLst>
              <a:ext uri="{FF2B5EF4-FFF2-40B4-BE49-F238E27FC236}">
                <a16:creationId xmlns:a16="http://schemas.microsoft.com/office/drawing/2014/main" id="{D0D88B18-BA80-4656-A35A-2857F4D22E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942" y="-509356"/>
            <a:ext cx="1066522" cy="1066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45708" tIns="22854" rIns="45708" bIns="22854" numCol="1" anchor="t" anchorCtr="0" compatLnSpc="1">
            <a:prstTxWarp prst="textNoShape">
              <a:avLst/>
            </a:prstTxWarp>
          </a:bodyPr>
          <a:lstStyle/>
          <a:p>
            <a:endParaRPr lang="en-US" sz="450" dirty="0"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80F8B77A-89F2-4185-86A6-61BA941C9E12}"/>
              </a:ext>
            </a:extLst>
          </p:cNvPr>
          <p:cNvSpPr/>
          <p:nvPr/>
        </p:nvSpPr>
        <p:spPr>
          <a:xfrm>
            <a:off x="1991345" y="5136102"/>
            <a:ext cx="7825374" cy="622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F5E4D2"/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单击此处输入你的正文，文字是您思想的提炼，为了最终演示发布的良好效果，请尽量言简意赅的阐述观点；根据需要可酌情增减文字，以便观者可以准确理解您所传达的信息。单击此处输入</a:t>
            </a:r>
          </a:p>
        </p:txBody>
      </p:sp>
      <p:sp>
        <p:nvSpPr>
          <p:cNvPr id="9" name="演示研究所 SlideLab.cc">
            <a:extLst>
              <a:ext uri="{FF2B5EF4-FFF2-40B4-BE49-F238E27FC236}">
                <a16:creationId xmlns:a16="http://schemas.microsoft.com/office/drawing/2014/main" id="{A148EC88-5AFD-1041-8792-1167AD4E95CD}"/>
              </a:ext>
            </a:extLst>
          </p:cNvPr>
          <p:cNvSpPr txBox="1"/>
          <p:nvPr/>
        </p:nvSpPr>
        <p:spPr>
          <a:xfrm>
            <a:off x="3495691" y="4343575"/>
            <a:ext cx="5051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汉仪旗黑 55简" panose="00020600040101010101" pitchFamily="18" charset="-122"/>
              </a:rPr>
              <a:t>添加页面标题内容</a:t>
            </a:r>
          </a:p>
        </p:txBody>
      </p:sp>
    </p:spTree>
    <p:extLst>
      <p:ext uri="{BB962C8B-B14F-4D97-AF65-F5344CB8AC3E}">
        <p14:creationId xmlns:p14="http://schemas.microsoft.com/office/powerpoint/2010/main" val="3903199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演示研究所 SlideLab.cc" descr="免费 城市建筑 素材图片">
            <a:extLst>
              <a:ext uri="{FF2B5EF4-FFF2-40B4-BE49-F238E27FC236}">
                <a16:creationId xmlns:a16="http://schemas.microsoft.com/office/drawing/2014/main" id="{E2DB0C06-9C3D-5E6A-556E-CED24D7F43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7399767A-9631-106E-4702-58DF479E2C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53166349-3ECE-D22C-9E72-4084789D07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35667"/>
          <a:stretch>
            <a:fillRect/>
          </a:stretch>
        </p:blipFill>
        <p:spPr>
          <a:xfrm rot="10800000" flipH="1">
            <a:off x="0" y="4547286"/>
            <a:ext cx="12192000" cy="2310712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8" name="演示研究所 SlideLab.cc">
            <a:extLst>
              <a:ext uri="{FF2B5EF4-FFF2-40B4-BE49-F238E27FC236}">
                <a16:creationId xmlns:a16="http://schemas.microsoft.com/office/drawing/2014/main" id="{79E1545E-6883-8557-DEE6-09ECCA296F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7654"/>
            <a:ext cx="4930346" cy="4930346"/>
          </a:xfrm>
          <a:prstGeom prst="rect">
            <a:avLst/>
          </a:prstGeom>
        </p:spPr>
      </p:pic>
      <p:pic>
        <p:nvPicPr>
          <p:cNvPr id="13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39F9796E-D96A-A437-C57B-24F2F82F48D2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9823279" y="400105"/>
            <a:ext cx="1709904" cy="1200330"/>
          </a:xfrm>
          <a:prstGeom prst="rect">
            <a:avLst/>
          </a:prstGeom>
        </p:spPr>
      </p:pic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CBB6F04A-A719-E9A0-41E2-F2F7CF8D1C2E}"/>
              </a:ext>
            </a:extLst>
          </p:cNvPr>
          <p:cNvSpPr txBox="1"/>
          <p:nvPr/>
        </p:nvSpPr>
        <p:spPr>
          <a:xfrm>
            <a:off x="7218375" y="2764743"/>
            <a:ext cx="4030327" cy="1026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您的内容打在这里，或者通过复制您的文本后，在此框中选择粘贴，并选择只保留文字。在此录入上述图表的综合描述说明。</a:t>
            </a:r>
          </a:p>
        </p:txBody>
      </p:sp>
      <p:grpSp>
        <p:nvGrpSpPr>
          <p:cNvPr id="16" name="演示研究所 SlideLab.cc">
            <a:extLst>
              <a:ext uri="{FF2B5EF4-FFF2-40B4-BE49-F238E27FC236}">
                <a16:creationId xmlns:a16="http://schemas.microsoft.com/office/drawing/2014/main" id="{C1D96F4A-6EAB-6603-AD2C-BAB3A4DCD14D}"/>
              </a:ext>
            </a:extLst>
          </p:cNvPr>
          <p:cNvGrpSpPr/>
          <p:nvPr/>
        </p:nvGrpSpPr>
        <p:grpSpPr>
          <a:xfrm>
            <a:off x="774235" y="481631"/>
            <a:ext cx="1208405" cy="272415"/>
            <a:chOff x="1218164" y="3796625"/>
            <a:chExt cx="1208405" cy="272415"/>
          </a:xfrm>
        </p:grpSpPr>
        <p:sp>
          <p:nvSpPr>
            <p:cNvPr id="17" name="演示研究所 SlideLab.cc">
              <a:extLst>
                <a:ext uri="{FF2B5EF4-FFF2-40B4-BE49-F238E27FC236}">
                  <a16:creationId xmlns:a16="http://schemas.microsoft.com/office/drawing/2014/main" id="{878BD27C-278C-67B7-608D-9D7A92A5121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8" name="演示研究所 SlideLab.cc">
              <a:extLst>
                <a:ext uri="{FF2B5EF4-FFF2-40B4-BE49-F238E27FC236}">
                  <a16:creationId xmlns:a16="http://schemas.microsoft.com/office/drawing/2014/main" id="{A51F5E6E-7344-29CB-74D6-C6FB96FC2C3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9" name="演示研究所 SlideLab.cc">
              <a:extLst>
                <a:ext uri="{FF2B5EF4-FFF2-40B4-BE49-F238E27FC236}">
                  <a16:creationId xmlns:a16="http://schemas.microsoft.com/office/drawing/2014/main" id="{7E257A03-7D18-BA91-3D19-6B0B134C407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720E03DA-E635-4B7A-90B1-EF55004F6E3E}"/>
              </a:ext>
            </a:extLst>
          </p:cNvPr>
          <p:cNvSpPr txBox="1"/>
          <p:nvPr/>
        </p:nvSpPr>
        <p:spPr>
          <a:xfrm>
            <a:off x="4201545" y="1934282"/>
            <a:ext cx="32268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800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02</a:t>
            </a:r>
          </a:p>
        </p:txBody>
      </p:sp>
      <p:pic>
        <p:nvPicPr>
          <p:cNvPr id="21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93C4CCEB-E439-3D4C-DAF2-AC6F2C39D62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317" y="1795186"/>
            <a:ext cx="3812591" cy="1434664"/>
          </a:xfrm>
          <a:prstGeom prst="rect">
            <a:avLst/>
          </a:prstGeom>
        </p:spPr>
      </p:pic>
      <p:pic>
        <p:nvPicPr>
          <p:cNvPr id="22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9CDD3E30-C9DC-5266-57E3-975CF618DAB2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4561350" y="4827071"/>
            <a:ext cx="1830592" cy="1285051"/>
          </a:xfrm>
          <a:prstGeom prst="rect">
            <a:avLst/>
          </a:prstGeom>
        </p:spPr>
      </p:pic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C7B8AB16-AC2A-CC77-95F6-74409F3B9A5E}"/>
              </a:ext>
            </a:extLst>
          </p:cNvPr>
          <p:cNvSpPr txBox="1"/>
          <p:nvPr/>
        </p:nvSpPr>
        <p:spPr>
          <a:xfrm flipH="1">
            <a:off x="7171043" y="1934281"/>
            <a:ext cx="35459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40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输入您的标题</a:t>
            </a:r>
          </a:p>
        </p:txBody>
      </p:sp>
    </p:spTree>
    <p:extLst>
      <p:ext uri="{BB962C8B-B14F-4D97-AF65-F5344CB8AC3E}">
        <p14:creationId xmlns:p14="http://schemas.microsoft.com/office/powerpoint/2010/main" val="4253600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演示研究所 SlideLab.cc" descr="免费 城市建筑 素材图片">
            <a:extLst>
              <a:ext uri="{FF2B5EF4-FFF2-40B4-BE49-F238E27FC236}">
                <a16:creationId xmlns:a16="http://schemas.microsoft.com/office/drawing/2014/main" id="{2C5740F3-F992-F230-2C77-FF30520A8B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演示研究所 SlideLab.cc">
            <a:extLst>
              <a:ext uri="{FF2B5EF4-FFF2-40B4-BE49-F238E27FC236}">
                <a16:creationId xmlns:a16="http://schemas.microsoft.com/office/drawing/2014/main" id="{6892A866-3506-8FB3-8EB4-6E4E886C53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4" name="演示研究所 SlideLab.cc">
            <a:extLst>
              <a:ext uri="{FF2B5EF4-FFF2-40B4-BE49-F238E27FC236}">
                <a16:creationId xmlns:a16="http://schemas.microsoft.com/office/drawing/2014/main" id="{129FC7A5-35A3-6FE0-F9A8-66ABB398A4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35" name="演示研究所 SlideLab.cc">
            <a:extLst>
              <a:ext uri="{FF2B5EF4-FFF2-40B4-BE49-F238E27FC236}">
                <a16:creationId xmlns:a16="http://schemas.microsoft.com/office/drawing/2014/main" id="{BA3919DC-6B1F-4E2A-5D83-D6912B5BD4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36" name="演示研究所 SlideLab.cc">
            <a:extLst>
              <a:ext uri="{FF2B5EF4-FFF2-40B4-BE49-F238E27FC236}">
                <a16:creationId xmlns:a16="http://schemas.microsoft.com/office/drawing/2014/main" id="{3EAED0BF-8B3E-1DAD-E305-CB02DFEFA4B6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37" name="演示研究所 SlideLab.cc">
              <a:extLst>
                <a:ext uri="{FF2B5EF4-FFF2-40B4-BE49-F238E27FC236}">
                  <a16:creationId xmlns:a16="http://schemas.microsoft.com/office/drawing/2014/main" id="{97BEB24C-E753-C2E3-C7EE-DF309FC09BB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8" name="演示研究所 SlideLab.cc">
              <a:extLst>
                <a:ext uri="{FF2B5EF4-FFF2-40B4-BE49-F238E27FC236}">
                  <a16:creationId xmlns:a16="http://schemas.microsoft.com/office/drawing/2014/main" id="{4BDD1C12-B1F0-F0F2-9B9E-7EAECA17D38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39" name="演示研究所 SlideLab.cc">
              <a:extLst>
                <a:ext uri="{FF2B5EF4-FFF2-40B4-BE49-F238E27FC236}">
                  <a16:creationId xmlns:a16="http://schemas.microsoft.com/office/drawing/2014/main" id="{3D4900B5-A84E-403D-6729-BFFFAEC0195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40" name="演示研究所 SlideLab.cc">
            <a:extLst>
              <a:ext uri="{FF2B5EF4-FFF2-40B4-BE49-F238E27FC236}">
                <a16:creationId xmlns:a16="http://schemas.microsoft.com/office/drawing/2014/main" id="{A7E8EDB9-70AB-8D0E-BAFD-5D5557A1E13C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请输入您的标题</a:t>
            </a:r>
          </a:p>
        </p:txBody>
      </p:sp>
      <p:sp>
        <p:nvSpPr>
          <p:cNvPr id="28" name="演示研究所 SlideLab.cc">
            <a:extLst>
              <a:ext uri="{FF2B5EF4-FFF2-40B4-BE49-F238E27FC236}">
                <a16:creationId xmlns:a16="http://schemas.microsoft.com/office/drawing/2014/main" id="{20F20077-70F4-D04E-8A39-577A4945B7A8}"/>
              </a:ext>
            </a:extLst>
          </p:cNvPr>
          <p:cNvSpPr/>
          <p:nvPr/>
        </p:nvSpPr>
        <p:spPr>
          <a:xfrm rot="5400000">
            <a:off x="2281199" y="202119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29" name="演示研究所 SlideLab.cc">
            <a:extLst>
              <a:ext uri="{FF2B5EF4-FFF2-40B4-BE49-F238E27FC236}">
                <a16:creationId xmlns:a16="http://schemas.microsoft.com/office/drawing/2014/main" id="{F1D04A15-3994-F14A-97E1-991EA10778FD}"/>
              </a:ext>
            </a:extLst>
          </p:cNvPr>
          <p:cNvSpPr/>
          <p:nvPr/>
        </p:nvSpPr>
        <p:spPr>
          <a:xfrm rot="5400000">
            <a:off x="5258930" y="202119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30" name="演示研究所 SlideLab.cc">
            <a:extLst>
              <a:ext uri="{FF2B5EF4-FFF2-40B4-BE49-F238E27FC236}">
                <a16:creationId xmlns:a16="http://schemas.microsoft.com/office/drawing/2014/main" id="{C286BE16-5B7A-E749-979F-C60FD1F64290}"/>
              </a:ext>
            </a:extLst>
          </p:cNvPr>
          <p:cNvSpPr/>
          <p:nvPr/>
        </p:nvSpPr>
        <p:spPr>
          <a:xfrm rot="5400000">
            <a:off x="8218948" y="202119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31" name="演示研究所 SlideLab.cc">
            <a:extLst>
              <a:ext uri="{FF2B5EF4-FFF2-40B4-BE49-F238E27FC236}">
                <a16:creationId xmlns:a16="http://schemas.microsoft.com/office/drawing/2014/main" id="{DAD26C8C-24F7-D549-AA0B-32473F1882BB}"/>
              </a:ext>
            </a:extLst>
          </p:cNvPr>
          <p:cNvSpPr/>
          <p:nvPr/>
        </p:nvSpPr>
        <p:spPr>
          <a:xfrm rot="5400000">
            <a:off x="3752352" y="369462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32" name="演示研究所 SlideLab.cc">
            <a:extLst>
              <a:ext uri="{FF2B5EF4-FFF2-40B4-BE49-F238E27FC236}">
                <a16:creationId xmlns:a16="http://schemas.microsoft.com/office/drawing/2014/main" id="{1B9ECEF5-72DC-2A45-8B56-3A515D9F8D7F}"/>
              </a:ext>
            </a:extLst>
          </p:cNvPr>
          <p:cNvSpPr/>
          <p:nvPr/>
        </p:nvSpPr>
        <p:spPr>
          <a:xfrm rot="5400000">
            <a:off x="6710068" y="3694629"/>
            <a:ext cx="1709562" cy="1709562"/>
          </a:xfrm>
          <a:prstGeom prst="ellipse">
            <a:avLst/>
          </a:prstGeom>
          <a:solidFill>
            <a:schemeClr val="bg1"/>
          </a:solidFill>
          <a:ln>
            <a:solidFill>
              <a:srgbClr val="FEEEEE"/>
            </a:solidFill>
          </a:ln>
          <a:effectLst>
            <a:outerShdw blurRad="190500" dist="190500" dir="2700000" algn="tl" rotWithShape="0">
              <a:srgbClr val="FED9A5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ym typeface="+mn-ea"/>
            </a:endParaRPr>
          </a:p>
        </p:txBody>
      </p:sp>
      <p:sp>
        <p:nvSpPr>
          <p:cNvPr id="2" name="演示研究所 SlideLab.cc">
            <a:extLst>
              <a:ext uri="{FF2B5EF4-FFF2-40B4-BE49-F238E27FC236}">
                <a16:creationId xmlns:a16="http://schemas.microsoft.com/office/drawing/2014/main" id="{8B7D85F3-C607-4B22-A37D-C9B96D45931C}"/>
              </a:ext>
            </a:extLst>
          </p:cNvPr>
          <p:cNvSpPr/>
          <p:nvPr/>
        </p:nvSpPr>
        <p:spPr>
          <a:xfrm>
            <a:off x="7975889" y="1793846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C870577E-5DB6-4EEA-B275-AB00CEC50090}"/>
              </a:ext>
            </a:extLst>
          </p:cNvPr>
          <p:cNvSpPr/>
          <p:nvPr/>
        </p:nvSpPr>
        <p:spPr>
          <a:xfrm rot="10800000">
            <a:off x="6487024" y="3412018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7579A3C2-AE32-4ACF-A0C0-1793F97E7E69}"/>
              </a:ext>
            </a:extLst>
          </p:cNvPr>
          <p:cNvSpPr/>
          <p:nvPr/>
        </p:nvSpPr>
        <p:spPr>
          <a:xfrm>
            <a:off x="4998158" y="1793846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5" name="演示研究所 SlideLab.cc">
            <a:extLst>
              <a:ext uri="{FF2B5EF4-FFF2-40B4-BE49-F238E27FC236}">
                <a16:creationId xmlns:a16="http://schemas.microsoft.com/office/drawing/2014/main" id="{3C4CF213-F897-4F0E-9EB4-A2AE62BF0EC1}"/>
              </a:ext>
            </a:extLst>
          </p:cNvPr>
          <p:cNvSpPr/>
          <p:nvPr/>
        </p:nvSpPr>
        <p:spPr>
          <a:xfrm rot="10800000">
            <a:off x="3509296" y="3412018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F1057F1D-BBB4-4872-966C-B61162053E34}"/>
              </a:ext>
            </a:extLst>
          </p:cNvPr>
          <p:cNvSpPr/>
          <p:nvPr/>
        </p:nvSpPr>
        <p:spPr>
          <a:xfrm>
            <a:off x="2020431" y="1793846"/>
            <a:ext cx="2195680" cy="2195684"/>
          </a:xfrm>
          <a:prstGeom prst="arc">
            <a:avLst>
              <a:gd name="adj1" fmla="val 7914138"/>
              <a:gd name="adj2" fmla="val 2868450"/>
            </a:avLst>
          </a:prstGeom>
          <a:ln w="889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7" name="演示研究所 SlideLab.cc">
            <a:extLst>
              <a:ext uri="{FF2B5EF4-FFF2-40B4-BE49-F238E27FC236}">
                <a16:creationId xmlns:a16="http://schemas.microsoft.com/office/drawing/2014/main" id="{AE6DEF97-14B3-4E2A-B2B5-13A409EA64DA}"/>
              </a:ext>
            </a:extLst>
          </p:cNvPr>
          <p:cNvSpPr/>
          <p:nvPr/>
        </p:nvSpPr>
        <p:spPr>
          <a:xfrm>
            <a:off x="2662483" y="1368807"/>
            <a:ext cx="911576" cy="911576"/>
          </a:xfrm>
          <a:prstGeom prst="ellipse">
            <a:avLst/>
          </a:prstGeom>
          <a:gradFill>
            <a:gsLst>
              <a:gs pos="25000">
                <a:schemeClr val="accent2"/>
              </a:gs>
              <a:gs pos="73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9050">
            <a:noFill/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400" dirty="0">
              <a:sym typeface="汉仪旗黑 55简" panose="00020600040101010101" pitchFamily="18" charset="-122"/>
            </a:endParaRPr>
          </a:p>
        </p:txBody>
      </p:sp>
      <p:sp>
        <p:nvSpPr>
          <p:cNvPr id="8" name="演示研究所 SlideLab.cc">
            <a:extLst>
              <a:ext uri="{FF2B5EF4-FFF2-40B4-BE49-F238E27FC236}">
                <a16:creationId xmlns:a16="http://schemas.microsoft.com/office/drawing/2014/main" id="{E8B3B471-261C-468C-AE4C-C4A976EDF225}"/>
              </a:ext>
            </a:extLst>
          </p:cNvPr>
          <p:cNvSpPr/>
          <p:nvPr/>
        </p:nvSpPr>
        <p:spPr>
          <a:xfrm>
            <a:off x="4151347" y="5151915"/>
            <a:ext cx="911576" cy="911576"/>
          </a:xfrm>
          <a:prstGeom prst="ellipse">
            <a:avLst/>
          </a:prstGeom>
          <a:gradFill>
            <a:gsLst>
              <a:gs pos="9000">
                <a:srgbClr val="FBE7C5"/>
              </a:gs>
              <a:gs pos="64000">
                <a:srgbClr val="F9CC91"/>
              </a:gs>
              <a:gs pos="100000">
                <a:srgbClr val="F6AC4D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solidFill>
                <a:prstClr val="black"/>
              </a:solidFill>
              <a:latin typeface="汉仪旗黑-55简" panose="00020600040101010101" charset="-128"/>
              <a:ea typeface="汉仪旗黑-55简" panose="00020600040101010101" charset="-128"/>
              <a:sym typeface="汉仪旗黑 55简" panose="00020600040101010101" pitchFamily="18" charset="-122"/>
            </a:endParaRPr>
          </a:p>
        </p:txBody>
      </p:sp>
      <p:sp>
        <p:nvSpPr>
          <p:cNvPr id="9" name="演示研究所 SlideLab.cc">
            <a:extLst>
              <a:ext uri="{FF2B5EF4-FFF2-40B4-BE49-F238E27FC236}">
                <a16:creationId xmlns:a16="http://schemas.microsoft.com/office/drawing/2014/main" id="{9F7D2450-A4FB-4971-A9E9-1BB65F1144BD}"/>
              </a:ext>
            </a:extLst>
          </p:cNvPr>
          <p:cNvSpPr/>
          <p:nvPr/>
        </p:nvSpPr>
        <p:spPr>
          <a:xfrm>
            <a:off x="5640210" y="1368807"/>
            <a:ext cx="911576" cy="911576"/>
          </a:xfrm>
          <a:prstGeom prst="ellipse">
            <a:avLst/>
          </a:prstGeom>
          <a:gradFill>
            <a:gsLst>
              <a:gs pos="25000">
                <a:schemeClr val="accent2"/>
              </a:gs>
              <a:gs pos="73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9050">
            <a:noFill/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400" dirty="0">
              <a:sym typeface="汉仪旗黑 55简" panose="00020600040101010101" pitchFamily="18" charset="-122"/>
            </a:endParaRPr>
          </a:p>
        </p:txBody>
      </p:sp>
      <p:sp>
        <p:nvSpPr>
          <p:cNvPr id="10" name="演示研究所 SlideLab.cc">
            <a:extLst>
              <a:ext uri="{FF2B5EF4-FFF2-40B4-BE49-F238E27FC236}">
                <a16:creationId xmlns:a16="http://schemas.microsoft.com/office/drawing/2014/main" id="{66DF0B82-FE21-42D5-B7A5-4E87710F6170}"/>
              </a:ext>
            </a:extLst>
          </p:cNvPr>
          <p:cNvSpPr/>
          <p:nvPr/>
        </p:nvSpPr>
        <p:spPr>
          <a:xfrm>
            <a:off x="7129076" y="5151915"/>
            <a:ext cx="911576" cy="911576"/>
          </a:xfrm>
          <a:prstGeom prst="ellipse">
            <a:avLst/>
          </a:prstGeom>
          <a:gradFill>
            <a:gsLst>
              <a:gs pos="9000">
                <a:srgbClr val="FBE7C5"/>
              </a:gs>
              <a:gs pos="64000">
                <a:srgbClr val="F9CC91"/>
              </a:gs>
              <a:gs pos="100000">
                <a:srgbClr val="F6AC4D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18872" rIns="0" bIns="0" rtlCol="0" anchor="ctr"/>
          <a:lstStyle/>
          <a:p>
            <a:pPr algn="ctr"/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32F3834F-5524-4789-9774-D5F2C718E83A}"/>
              </a:ext>
            </a:extLst>
          </p:cNvPr>
          <p:cNvSpPr/>
          <p:nvPr/>
        </p:nvSpPr>
        <p:spPr>
          <a:xfrm>
            <a:off x="8617941" y="1368807"/>
            <a:ext cx="911576" cy="911576"/>
          </a:xfrm>
          <a:prstGeom prst="ellipse">
            <a:avLst/>
          </a:prstGeom>
          <a:gradFill>
            <a:gsLst>
              <a:gs pos="25000">
                <a:schemeClr val="accent2"/>
              </a:gs>
              <a:gs pos="73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9050">
            <a:noFill/>
          </a:ln>
          <a:effectLst>
            <a:outerShdw blurRad="254000" dist="1270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sz="1400" dirty="0">
              <a:sym typeface="汉仪旗黑 55简" panose="00020600040101010101" pitchFamily="18" charset="-122"/>
            </a:endParaRPr>
          </a:p>
        </p:txBody>
      </p:sp>
      <p:sp>
        <p:nvSpPr>
          <p:cNvPr id="12" name="演示研究所 SlideLab.cc">
            <a:extLst>
              <a:ext uri="{FF2B5EF4-FFF2-40B4-BE49-F238E27FC236}">
                <a16:creationId xmlns:a16="http://schemas.microsoft.com/office/drawing/2014/main" id="{F9C1E924-16A9-489A-8266-52663261FB1C}"/>
              </a:ext>
            </a:extLst>
          </p:cNvPr>
          <p:cNvSpPr txBox="1"/>
          <p:nvPr/>
        </p:nvSpPr>
        <p:spPr>
          <a:xfrm>
            <a:off x="2838386" y="1526382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01</a:t>
            </a:r>
          </a:p>
        </p:txBody>
      </p:sp>
      <p:sp>
        <p:nvSpPr>
          <p:cNvPr id="13" name="演示研究所 SlideLab.cc">
            <a:extLst>
              <a:ext uri="{FF2B5EF4-FFF2-40B4-BE49-F238E27FC236}">
                <a16:creationId xmlns:a16="http://schemas.microsoft.com/office/drawing/2014/main" id="{8046B59A-79DB-45B2-862D-13CE5E63323E}"/>
              </a:ext>
            </a:extLst>
          </p:cNvPr>
          <p:cNvSpPr txBox="1"/>
          <p:nvPr/>
        </p:nvSpPr>
        <p:spPr>
          <a:xfrm>
            <a:off x="4327250" y="5363095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02</a:t>
            </a:r>
          </a:p>
        </p:txBody>
      </p:sp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D0FD642E-DECD-4F53-BDF6-92916477A4DB}"/>
              </a:ext>
            </a:extLst>
          </p:cNvPr>
          <p:cNvSpPr txBox="1"/>
          <p:nvPr/>
        </p:nvSpPr>
        <p:spPr>
          <a:xfrm>
            <a:off x="5802187" y="1526382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03</a:t>
            </a:r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589E2A55-71F9-4D50-AEED-01DB0830BDD0}"/>
              </a:ext>
            </a:extLst>
          </p:cNvPr>
          <p:cNvSpPr txBox="1"/>
          <p:nvPr/>
        </p:nvSpPr>
        <p:spPr>
          <a:xfrm>
            <a:off x="7291051" y="5363095"/>
            <a:ext cx="559769" cy="46166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04</a:t>
            </a:r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32B154F0-D189-4584-B455-0A759BE20A15}"/>
              </a:ext>
            </a:extLst>
          </p:cNvPr>
          <p:cNvSpPr txBox="1"/>
          <p:nvPr/>
        </p:nvSpPr>
        <p:spPr>
          <a:xfrm>
            <a:off x="8793845" y="1520757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05</a:t>
            </a:r>
          </a:p>
        </p:txBody>
      </p:sp>
      <p:sp>
        <p:nvSpPr>
          <p:cNvPr id="17" name="演示研究所 SlideLab.cc">
            <a:extLst>
              <a:ext uri="{FF2B5EF4-FFF2-40B4-BE49-F238E27FC236}">
                <a16:creationId xmlns:a16="http://schemas.microsoft.com/office/drawing/2014/main" id="{0C679D9E-563F-49AE-8BB0-3FBCA8470D01}"/>
              </a:ext>
            </a:extLst>
          </p:cNvPr>
          <p:cNvSpPr/>
          <p:nvPr/>
        </p:nvSpPr>
        <p:spPr>
          <a:xfrm>
            <a:off x="2445640" y="2809184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单击此处输入你的正文</a:t>
            </a:r>
          </a:p>
        </p:txBody>
      </p:sp>
      <p:sp>
        <p:nvSpPr>
          <p:cNvPr id="18" name="演示研究所 SlideLab.cc">
            <a:extLst>
              <a:ext uri="{FF2B5EF4-FFF2-40B4-BE49-F238E27FC236}">
                <a16:creationId xmlns:a16="http://schemas.microsoft.com/office/drawing/2014/main" id="{F52ACAF1-803F-4D9A-84CE-78022406A2E5}"/>
              </a:ext>
            </a:extLst>
          </p:cNvPr>
          <p:cNvSpPr/>
          <p:nvPr/>
        </p:nvSpPr>
        <p:spPr>
          <a:xfrm>
            <a:off x="2501899" y="2465366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添加标题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19" name="演示研究所 SlideLab.cc">
            <a:extLst>
              <a:ext uri="{FF2B5EF4-FFF2-40B4-BE49-F238E27FC236}">
                <a16:creationId xmlns:a16="http://schemas.microsoft.com/office/drawing/2014/main" id="{403AC746-E9B5-4B04-AB69-FA287B177093}"/>
              </a:ext>
            </a:extLst>
          </p:cNvPr>
          <p:cNvSpPr/>
          <p:nvPr/>
        </p:nvSpPr>
        <p:spPr>
          <a:xfrm>
            <a:off x="5406103" y="2809184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单击此处输入你的正文</a:t>
            </a:r>
          </a:p>
        </p:txBody>
      </p:sp>
      <p:sp>
        <p:nvSpPr>
          <p:cNvPr id="20" name="演示研究所 SlideLab.cc">
            <a:extLst>
              <a:ext uri="{FF2B5EF4-FFF2-40B4-BE49-F238E27FC236}">
                <a16:creationId xmlns:a16="http://schemas.microsoft.com/office/drawing/2014/main" id="{6222DBAD-EBE6-4B26-AC5E-D4532F7F84B7}"/>
              </a:ext>
            </a:extLst>
          </p:cNvPr>
          <p:cNvSpPr/>
          <p:nvPr/>
        </p:nvSpPr>
        <p:spPr>
          <a:xfrm>
            <a:off x="5419498" y="2465366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添加标题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1" name="演示研究所 SlideLab.cc">
            <a:extLst>
              <a:ext uri="{FF2B5EF4-FFF2-40B4-BE49-F238E27FC236}">
                <a16:creationId xmlns:a16="http://schemas.microsoft.com/office/drawing/2014/main" id="{5B4524A4-2002-45A0-A1C2-7D62A0F0C316}"/>
              </a:ext>
            </a:extLst>
          </p:cNvPr>
          <p:cNvSpPr/>
          <p:nvPr/>
        </p:nvSpPr>
        <p:spPr>
          <a:xfrm>
            <a:off x="8401100" y="2809184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单击此处输入你的正文</a:t>
            </a:r>
          </a:p>
        </p:txBody>
      </p:sp>
      <p:sp>
        <p:nvSpPr>
          <p:cNvPr id="22" name="演示研究所 SlideLab.cc">
            <a:extLst>
              <a:ext uri="{FF2B5EF4-FFF2-40B4-BE49-F238E27FC236}">
                <a16:creationId xmlns:a16="http://schemas.microsoft.com/office/drawing/2014/main" id="{6AE63D1A-71A8-471B-9A13-43646803124E}"/>
              </a:ext>
            </a:extLst>
          </p:cNvPr>
          <p:cNvSpPr/>
          <p:nvPr/>
        </p:nvSpPr>
        <p:spPr>
          <a:xfrm>
            <a:off x="8401100" y="2465366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添加标题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3" name="演示研究所 SlideLab.cc">
            <a:extLst>
              <a:ext uri="{FF2B5EF4-FFF2-40B4-BE49-F238E27FC236}">
                <a16:creationId xmlns:a16="http://schemas.microsoft.com/office/drawing/2014/main" id="{8C9C7181-EC86-482F-A2BF-07743DEA9495}"/>
              </a:ext>
            </a:extLst>
          </p:cNvPr>
          <p:cNvSpPr/>
          <p:nvPr/>
        </p:nvSpPr>
        <p:spPr>
          <a:xfrm>
            <a:off x="6911854" y="4402445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单击此处输入你的正文</a:t>
            </a:r>
          </a:p>
        </p:txBody>
      </p:sp>
      <p:sp>
        <p:nvSpPr>
          <p:cNvPr id="24" name="演示研究所 SlideLab.cc">
            <a:extLst>
              <a:ext uri="{FF2B5EF4-FFF2-40B4-BE49-F238E27FC236}">
                <a16:creationId xmlns:a16="http://schemas.microsoft.com/office/drawing/2014/main" id="{0D99C2C2-00CC-4147-9B7D-A7B9602EB24F}"/>
              </a:ext>
            </a:extLst>
          </p:cNvPr>
          <p:cNvSpPr/>
          <p:nvPr/>
        </p:nvSpPr>
        <p:spPr>
          <a:xfrm>
            <a:off x="6968113" y="4072915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添加标题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  <p:sp>
        <p:nvSpPr>
          <p:cNvPr id="25" name="演示研究所 SlideLab.cc">
            <a:extLst>
              <a:ext uri="{FF2B5EF4-FFF2-40B4-BE49-F238E27FC236}">
                <a16:creationId xmlns:a16="http://schemas.microsoft.com/office/drawing/2014/main" id="{A8167B2B-F19F-4929-8DE9-07FC8379DFE3}"/>
              </a:ext>
            </a:extLst>
          </p:cNvPr>
          <p:cNvSpPr/>
          <p:nvPr/>
        </p:nvSpPr>
        <p:spPr>
          <a:xfrm>
            <a:off x="3923843" y="4402445"/>
            <a:ext cx="1345260" cy="618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单击此处输入你的正文</a:t>
            </a:r>
          </a:p>
        </p:txBody>
      </p:sp>
      <p:sp>
        <p:nvSpPr>
          <p:cNvPr id="26" name="演示研究所 SlideLab.cc">
            <a:extLst>
              <a:ext uri="{FF2B5EF4-FFF2-40B4-BE49-F238E27FC236}">
                <a16:creationId xmlns:a16="http://schemas.microsoft.com/office/drawing/2014/main" id="{FB6E7662-9471-4AC5-94D2-3FF99D260E76}"/>
              </a:ext>
            </a:extLst>
          </p:cNvPr>
          <p:cNvSpPr/>
          <p:nvPr/>
        </p:nvSpPr>
        <p:spPr>
          <a:xfrm>
            <a:off x="3980102" y="4072915"/>
            <a:ext cx="12890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gradFill>
                  <a:gsLst>
                    <a:gs pos="25000">
                      <a:schemeClr val="accent2"/>
                    </a:gs>
                    <a:gs pos="73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effectLst/>
                <a:uLnTx/>
                <a:uFillTx/>
                <a:latin typeface="Source Han Serif CN Heavy" panose="02020900000000000000" pitchFamily="18" charset="-128"/>
                <a:ea typeface="Source Han Serif CN Heavy" panose="02020900000000000000" pitchFamily="18" charset="-128"/>
                <a:cs typeface="Open Sans" pitchFamily="34" charset="0"/>
                <a:sym typeface="汉仪旗黑 55简" panose="00020600040101010101" pitchFamily="18" charset="-122"/>
              </a:rPr>
              <a:t>添加标题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gradFill>
                <a:gsLst>
                  <a:gs pos="25000">
                    <a:schemeClr val="accent2"/>
                  </a:gs>
                  <a:gs pos="73000">
                    <a:schemeClr val="accent1"/>
                  </a:gs>
                  <a:gs pos="100000">
                    <a:schemeClr val="accent1"/>
                  </a:gs>
                </a:gsLst>
                <a:lin ang="2700000" scaled="0"/>
              </a:gradFill>
              <a:effectLst/>
              <a:uLnTx/>
              <a:uFillTx/>
              <a:latin typeface="Source Han Serif CN Heavy" panose="02020900000000000000" pitchFamily="18" charset="-128"/>
              <a:ea typeface="Source Han Serif CN Heavy" panose="02020900000000000000" pitchFamily="18" charset="-128"/>
              <a:cs typeface="Open Sans" pitchFamily="34" charset="0"/>
              <a:sym typeface="汉仪旗黑 55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6612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演示研究所 SlideLab.cc" descr="免费 城市建筑 素材图片">
            <a:extLst>
              <a:ext uri="{FF2B5EF4-FFF2-40B4-BE49-F238E27FC236}">
                <a16:creationId xmlns:a16="http://schemas.microsoft.com/office/drawing/2014/main" id="{29D1E50A-460A-E77D-FB07-FB5D6707BA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演示研究所 SlideLab.cc">
            <a:extLst>
              <a:ext uri="{FF2B5EF4-FFF2-40B4-BE49-F238E27FC236}">
                <a16:creationId xmlns:a16="http://schemas.microsoft.com/office/drawing/2014/main" id="{97399092-36F9-5A58-26A0-9BC5164FF3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演示研究所 SlideLab.cc">
            <a:extLst>
              <a:ext uri="{FF2B5EF4-FFF2-40B4-BE49-F238E27FC236}">
                <a16:creationId xmlns:a16="http://schemas.microsoft.com/office/drawing/2014/main" id="{1AB4A514-7319-4D1B-2D2A-18A916BF1A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35667"/>
          <a:stretch>
            <a:fillRect/>
          </a:stretch>
        </p:blipFill>
        <p:spPr>
          <a:xfrm rot="10800000">
            <a:off x="0" y="6183824"/>
            <a:ext cx="12192000" cy="674173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7" name="演示研究所 SlideLab.cc">
            <a:extLst>
              <a:ext uri="{FF2B5EF4-FFF2-40B4-BE49-F238E27FC236}">
                <a16:creationId xmlns:a16="http://schemas.microsoft.com/office/drawing/2014/main" id="{F7BA9BEF-6D7A-3E3D-1EA5-C8AC817740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7997" y="5957505"/>
            <a:ext cx="1874003" cy="900495"/>
          </a:xfrm>
          <a:prstGeom prst="rect">
            <a:avLst/>
          </a:prstGeom>
        </p:spPr>
      </p:pic>
      <p:grpSp>
        <p:nvGrpSpPr>
          <p:cNvPr id="8" name="演示研究所 SlideLab.cc">
            <a:extLst>
              <a:ext uri="{FF2B5EF4-FFF2-40B4-BE49-F238E27FC236}">
                <a16:creationId xmlns:a16="http://schemas.microsoft.com/office/drawing/2014/main" id="{FA303262-C5FE-F359-6187-E7F8CE2710F5}"/>
              </a:ext>
            </a:extLst>
          </p:cNvPr>
          <p:cNvGrpSpPr/>
          <p:nvPr/>
        </p:nvGrpSpPr>
        <p:grpSpPr>
          <a:xfrm>
            <a:off x="490867" y="370156"/>
            <a:ext cx="1208405" cy="272415"/>
            <a:chOff x="1218164" y="3796625"/>
            <a:chExt cx="1208405" cy="272415"/>
          </a:xfrm>
        </p:grpSpPr>
        <p:sp>
          <p:nvSpPr>
            <p:cNvPr id="9" name="演示研究所 SlideLab.cc">
              <a:extLst>
                <a:ext uri="{FF2B5EF4-FFF2-40B4-BE49-F238E27FC236}">
                  <a16:creationId xmlns:a16="http://schemas.microsoft.com/office/drawing/2014/main" id="{B8D179F4-4DEE-2801-DB17-48859DAE9CE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0" name="演示研究所 SlideLab.cc">
              <a:extLst>
                <a:ext uri="{FF2B5EF4-FFF2-40B4-BE49-F238E27FC236}">
                  <a16:creationId xmlns:a16="http://schemas.microsoft.com/office/drawing/2014/main" id="{E09137D6-711C-F1E0-CA3E-6094C8E7782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12" name="演示研究所 SlideLab.cc">
              <a:extLst>
                <a:ext uri="{FF2B5EF4-FFF2-40B4-BE49-F238E27FC236}">
                  <a16:creationId xmlns:a16="http://schemas.microsoft.com/office/drawing/2014/main" id="{9818F3E8-7CB4-497C-5810-730C9C8B9F1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sp>
        <p:nvSpPr>
          <p:cNvPr id="13" name="演示研究所 SlideLab.cc">
            <a:extLst>
              <a:ext uri="{FF2B5EF4-FFF2-40B4-BE49-F238E27FC236}">
                <a16:creationId xmlns:a16="http://schemas.microsoft.com/office/drawing/2014/main" id="{3C918865-A2F0-9A6E-E3CA-D6DCC1011DD8}"/>
              </a:ext>
            </a:extLst>
          </p:cNvPr>
          <p:cNvSpPr txBox="1"/>
          <p:nvPr/>
        </p:nvSpPr>
        <p:spPr>
          <a:xfrm>
            <a:off x="1894852" y="321697"/>
            <a:ext cx="2371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请输入您的标题</a:t>
            </a:r>
          </a:p>
        </p:txBody>
      </p:sp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75F1840C-5AD0-4BC8-AF60-A42A01FB16B3}"/>
              </a:ext>
            </a:extLst>
          </p:cNvPr>
          <p:cNvSpPr/>
          <p:nvPr/>
        </p:nvSpPr>
        <p:spPr>
          <a:xfrm>
            <a:off x="1325465" y="910251"/>
            <a:ext cx="10866534" cy="2725616"/>
          </a:xfrm>
          <a:custGeom>
            <a:avLst/>
            <a:gdLst/>
            <a:ahLst/>
            <a:cxnLst/>
            <a:rect l="l" t="t" r="r" b="b"/>
            <a:pathLst>
              <a:path w="5786845" h="4284617" extrusionOk="0">
                <a:moveTo>
                  <a:pt x="0" y="0"/>
                </a:moveTo>
                <a:lnTo>
                  <a:pt x="5786845" y="0"/>
                </a:lnTo>
                <a:lnTo>
                  <a:pt x="5786845" y="4284617"/>
                </a:lnTo>
                <a:lnTo>
                  <a:pt x="0" y="4284617"/>
                </a:lnTo>
                <a:close/>
              </a:path>
            </a:pathLst>
          </a:custGeom>
          <a:blipFill>
            <a:blip r:embed="rId8"/>
            <a:stretch>
              <a:fillRect t="-62129" b="-62129"/>
            </a:stretch>
          </a:blip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汉仪旗黑 55简" panose="00020600040101010101" pitchFamily="18" charset="-122"/>
              <a:ea typeface="汉仪旗黑 55简" panose="00020600040101010101" pitchFamily="18" charset="-122"/>
              <a:cs typeface="Calibri"/>
              <a:sym typeface="汉仪旗黑 55简" panose="00020600040101010101" pitchFamily="18" charset="-122"/>
            </a:endParaRPr>
          </a:p>
        </p:txBody>
      </p:sp>
      <p:sp>
        <p:nvSpPr>
          <p:cNvPr id="6" name="演示研究所 SlideLab.cc">
            <a:extLst>
              <a:ext uri="{FF2B5EF4-FFF2-40B4-BE49-F238E27FC236}">
                <a16:creationId xmlns:a16="http://schemas.microsoft.com/office/drawing/2014/main" id="{DA296D86-ACFC-4F96-BBA7-69113B75BDAF}"/>
              </a:ext>
            </a:extLst>
          </p:cNvPr>
          <p:cNvSpPr/>
          <p:nvPr/>
        </p:nvSpPr>
        <p:spPr>
          <a:xfrm>
            <a:off x="561466" y="1975176"/>
            <a:ext cx="2910397" cy="69658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chemeClr val="accent1"/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368300" dist="127000" dir="2400000" sx="98000" sy="98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94C44188-F82E-44E8-B865-96680CCC8811}"/>
              </a:ext>
            </a:extLst>
          </p:cNvPr>
          <p:cNvSpPr txBox="1"/>
          <p:nvPr/>
        </p:nvSpPr>
        <p:spPr>
          <a:xfrm>
            <a:off x="1743076" y="4374153"/>
            <a:ext cx="4620412" cy="89971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r" defTabSz="12179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汉仪旗黑 55简" panose="00020600040101010101" pitchFamily="18" charset="-122"/>
                <a:ea typeface="汉仪旗黑 55简" panose="00020600040101010101" pitchFamily="18" charset="-122"/>
                <a:sym typeface="汉仪旗黑 55简" panose="00020600040101010101" pitchFamily="18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单击此处输入你的正文，文字是您思想的提炼，为了最终演示发布的良好效果，请尽量言简意赅的阐述观点；根据需要可酌情增减文字，以便观者可以准确理解您所传达的信息。单击此处输入你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汉仪旗黑 55简" panose="00020600040101010101" pitchFamily="18" charset="-122"/>
              <a:ea typeface="汉仪旗黑 55简" panose="00020600040101010101" pitchFamily="18" charset="-122"/>
              <a:sym typeface="汉仪旗黑 55简" panose="00020600040101010101" pitchFamily="18" charset="-122"/>
            </a:endParaRPr>
          </a:p>
        </p:txBody>
      </p:sp>
      <p:sp>
        <p:nvSpPr>
          <p:cNvPr id="14" name="演示研究所 SlideLab.cc">
            <a:extLst>
              <a:ext uri="{FF2B5EF4-FFF2-40B4-BE49-F238E27FC236}">
                <a16:creationId xmlns:a16="http://schemas.microsoft.com/office/drawing/2014/main" id="{797C4D2C-71F6-B84F-81FC-69C7B70B26F6}"/>
              </a:ext>
            </a:extLst>
          </p:cNvPr>
          <p:cNvSpPr txBox="1"/>
          <p:nvPr/>
        </p:nvSpPr>
        <p:spPr>
          <a:xfrm>
            <a:off x="7095093" y="4459091"/>
            <a:ext cx="2954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 dirty="0"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汉仪旗黑 55简" panose="00020600040101010101" pitchFamily="18" charset="-122"/>
              </a:rPr>
              <a:t>在这添加</a:t>
            </a:r>
            <a:endParaRPr lang="en-US" altLang="zh-CN" sz="3600" dirty="0">
              <a:gradFill>
                <a:gsLst>
                  <a:gs pos="9000">
                    <a:schemeClr val="accent1"/>
                  </a:gs>
                  <a:gs pos="100000">
                    <a:schemeClr val="accent2"/>
                  </a:gs>
                </a:gsLst>
                <a:lin ang="96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sym typeface="汉仪旗黑 55简" panose="00020600040101010101" pitchFamily="18" charset="-122"/>
            </a:endParaRPr>
          </a:p>
          <a:p>
            <a:pPr algn="l"/>
            <a:r>
              <a:rPr lang="zh-CN" altLang="en-US" sz="3600" dirty="0">
                <a:gradFill>
                  <a:gsLst>
                    <a:gs pos="9000">
                      <a:schemeClr val="accent1"/>
                    </a:gs>
                    <a:gs pos="100000">
                      <a:schemeClr val="accent2"/>
                    </a:gs>
                  </a:gsLst>
                  <a:lin ang="96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汉仪旗黑 55简" panose="00020600040101010101" pitchFamily="18" charset="-122"/>
              </a:rPr>
              <a:t>页面标题内容</a:t>
            </a:r>
          </a:p>
        </p:txBody>
      </p:sp>
      <p:sp>
        <p:nvSpPr>
          <p:cNvPr id="15" name="演示研究所 SlideLab.cc">
            <a:extLst>
              <a:ext uri="{FF2B5EF4-FFF2-40B4-BE49-F238E27FC236}">
                <a16:creationId xmlns:a16="http://schemas.microsoft.com/office/drawing/2014/main" id="{3E98455F-54BC-5843-82D1-F078DBF8E65E}"/>
              </a:ext>
            </a:extLst>
          </p:cNvPr>
          <p:cNvSpPr/>
          <p:nvPr/>
        </p:nvSpPr>
        <p:spPr>
          <a:xfrm>
            <a:off x="5095127" y="5438380"/>
            <a:ext cx="1268361" cy="442080"/>
          </a:xfrm>
          <a:prstGeom prst="rect">
            <a:avLst/>
          </a:prstGeom>
          <a:noFill/>
          <a:ln w="12700" cap="flat" cmpd="sng">
            <a:solidFill>
              <a:srgbClr val="F5E4D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zh-CN" altLang="en-US" dirty="0">
                <a:ln w="38100">
                  <a:noFill/>
                </a:ln>
                <a:gradFill>
                  <a:gsLst>
                    <a:gs pos="30000">
                      <a:srgbClr val="E74100"/>
                    </a:gs>
                    <a:gs pos="100000">
                      <a:srgbClr val="A80000"/>
                    </a:gs>
                  </a:gsLst>
                  <a:lin ang="5400000" scaled="1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关键词</a:t>
            </a:r>
          </a:p>
        </p:txBody>
      </p:sp>
      <p:sp>
        <p:nvSpPr>
          <p:cNvPr id="16" name="演示研究所 SlideLab.cc">
            <a:extLst>
              <a:ext uri="{FF2B5EF4-FFF2-40B4-BE49-F238E27FC236}">
                <a16:creationId xmlns:a16="http://schemas.microsoft.com/office/drawing/2014/main" id="{0936A403-EDAE-3940-917E-8FB8CC52D725}"/>
              </a:ext>
            </a:extLst>
          </p:cNvPr>
          <p:cNvSpPr txBox="1"/>
          <p:nvPr/>
        </p:nvSpPr>
        <p:spPr>
          <a:xfrm>
            <a:off x="907178" y="2092636"/>
            <a:ext cx="2218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914400">
              <a:defRPr sz="2400">
                <a:gradFill flip="none" rotWithShape="1">
                  <a:gsLst>
                    <a:gs pos="87000">
                      <a:schemeClr val="accent1"/>
                    </a:gs>
                    <a:gs pos="0">
                      <a:srgbClr val="FF5A03"/>
                    </a:gs>
                  </a:gsLst>
                  <a:lin ang="2700000" scaled="1"/>
                  <a:tileRect/>
                </a:gradFill>
                <a:latin typeface="+mj-ea"/>
                <a:ea typeface="+mj-ea"/>
              </a:defRPr>
            </a:lvl1pPr>
          </a:lstStyle>
          <a:p>
            <a:pPr algn="dist"/>
            <a:r>
              <a:rPr lang="zh-CN" altLang="en-US" dirty="0">
                <a:solidFill>
                  <a:srgbClr val="F5E4D2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添加标题内容</a:t>
            </a:r>
          </a:p>
        </p:txBody>
      </p:sp>
    </p:spTree>
    <p:extLst>
      <p:ext uri="{BB962C8B-B14F-4D97-AF65-F5344CB8AC3E}">
        <p14:creationId xmlns:p14="http://schemas.microsoft.com/office/powerpoint/2010/main" val="1452613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演示研究所 SlideLab.cc" descr="免费 城市建筑 素材图片">
            <a:extLst>
              <a:ext uri="{FF2B5EF4-FFF2-40B4-BE49-F238E27FC236}">
                <a16:creationId xmlns:a16="http://schemas.microsoft.com/office/drawing/2014/main" id="{3F6DD34B-BDE7-2412-A926-083413A7A6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0" b="31250"/>
          <a:stretch/>
        </p:blipFill>
        <p:spPr bwMode="auto">
          <a:xfrm>
            <a:off x="-1394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演示研究所 SlideLab.cc">
            <a:extLst>
              <a:ext uri="{FF2B5EF4-FFF2-40B4-BE49-F238E27FC236}">
                <a16:creationId xmlns:a16="http://schemas.microsoft.com/office/drawing/2014/main" id="{4C5E303D-4D7A-6286-0F16-D5A92B6852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0300">
              <a:alpha val="922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演示研究所 SlideLab.cc">
            <a:extLst>
              <a:ext uri="{FF2B5EF4-FFF2-40B4-BE49-F238E27FC236}">
                <a16:creationId xmlns:a16="http://schemas.microsoft.com/office/drawing/2014/main" id="{141876A0-052F-EC2D-E62D-49887B317F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35667"/>
          <a:stretch>
            <a:fillRect/>
          </a:stretch>
        </p:blipFill>
        <p:spPr>
          <a:xfrm rot="10800000">
            <a:off x="0" y="4927453"/>
            <a:ext cx="12192000" cy="1930545"/>
          </a:xfrm>
          <a:custGeom>
            <a:avLst/>
            <a:gdLst>
              <a:gd name="connsiteX0" fmla="*/ 12192000 w 12192000"/>
              <a:gd name="connsiteY0" fmla="*/ 4398236 h 4398236"/>
              <a:gd name="connsiteX1" fmla="*/ 0 w 12192000"/>
              <a:gd name="connsiteY1" fmla="*/ 4398236 h 4398236"/>
              <a:gd name="connsiteX2" fmla="*/ 0 w 12192000"/>
              <a:gd name="connsiteY2" fmla="*/ 0 h 4398236"/>
              <a:gd name="connsiteX3" fmla="*/ 12192000 w 12192000"/>
              <a:gd name="connsiteY3" fmla="*/ 0 h 4398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98236">
                <a:moveTo>
                  <a:pt x="12192000" y="4398236"/>
                </a:moveTo>
                <a:lnTo>
                  <a:pt x="0" y="4398236"/>
                </a:lnTo>
                <a:lnTo>
                  <a:pt x="0" y="0"/>
                </a:lnTo>
                <a:lnTo>
                  <a:pt x="12192000" y="0"/>
                </a:lnTo>
                <a:close/>
              </a:path>
            </a:pathLst>
          </a:custGeom>
        </p:spPr>
      </p:pic>
      <p:pic>
        <p:nvPicPr>
          <p:cNvPr id="5" name="演示研究所 SlideLab.cc">
            <a:extLst>
              <a:ext uri="{FF2B5EF4-FFF2-40B4-BE49-F238E27FC236}">
                <a16:creationId xmlns:a16="http://schemas.microsoft.com/office/drawing/2014/main" id="{44BD4B6C-6F97-3072-0E21-F3A5B8BB0B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4038600"/>
            <a:ext cx="5867400" cy="2819400"/>
          </a:xfrm>
          <a:prstGeom prst="rect">
            <a:avLst/>
          </a:prstGeom>
        </p:spPr>
      </p:pic>
      <p:sp>
        <p:nvSpPr>
          <p:cNvPr id="11" name="演示研究所 SlideLab.cc">
            <a:extLst>
              <a:ext uri="{FF2B5EF4-FFF2-40B4-BE49-F238E27FC236}">
                <a16:creationId xmlns:a16="http://schemas.microsoft.com/office/drawing/2014/main" id="{6CD53EAA-BEB1-4613-E508-D12870D880BE}"/>
              </a:ext>
            </a:extLst>
          </p:cNvPr>
          <p:cNvSpPr txBox="1"/>
          <p:nvPr/>
        </p:nvSpPr>
        <p:spPr>
          <a:xfrm>
            <a:off x="1169257" y="2123356"/>
            <a:ext cx="10310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6000" b="1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latin typeface="Source Han Serif CN" panose="02020400000000000000" pitchFamily="18" charset="-128"/>
                <a:ea typeface="Source Han Serif CN" panose="02020400000000000000" pitchFamily="18" charset="-128"/>
                <a:cs typeface="+mn-ea"/>
              </a:defRPr>
            </a:lvl1pPr>
          </a:lstStyle>
          <a:p>
            <a:r>
              <a:rPr lang="zh-CN" altLang="en-US" sz="7200" dirty="0">
                <a:gradFill>
                  <a:gsLst>
                    <a:gs pos="0">
                      <a:schemeClr val="bg1"/>
                    </a:gs>
                    <a:gs pos="99000">
                      <a:schemeClr val="accent2"/>
                    </a:gs>
                  </a:gsLst>
                  <a:lin ang="4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谢谢观看</a:t>
            </a:r>
          </a:p>
        </p:txBody>
      </p:sp>
      <p:grpSp>
        <p:nvGrpSpPr>
          <p:cNvPr id="40" name="演示研究所 SlideLab.cc">
            <a:extLst>
              <a:ext uri="{FF2B5EF4-FFF2-40B4-BE49-F238E27FC236}">
                <a16:creationId xmlns:a16="http://schemas.microsoft.com/office/drawing/2014/main" id="{E230BA07-1E45-A509-DFCA-BB008210602E}"/>
              </a:ext>
            </a:extLst>
          </p:cNvPr>
          <p:cNvGrpSpPr/>
          <p:nvPr/>
        </p:nvGrpSpPr>
        <p:grpSpPr>
          <a:xfrm>
            <a:off x="10208305" y="509641"/>
            <a:ext cx="1208405" cy="272415"/>
            <a:chOff x="1218164" y="3796625"/>
            <a:chExt cx="1208405" cy="272415"/>
          </a:xfrm>
        </p:grpSpPr>
        <p:sp>
          <p:nvSpPr>
            <p:cNvPr id="25" name="演示研究所 SlideLab.cc">
              <a:extLst>
                <a:ext uri="{FF2B5EF4-FFF2-40B4-BE49-F238E27FC236}">
                  <a16:creationId xmlns:a16="http://schemas.microsoft.com/office/drawing/2014/main" id="{57FBB572-F985-A2D4-506F-9F1590D484C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121816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6" name="演示研究所 SlideLab.cc">
              <a:extLst>
                <a:ext uri="{FF2B5EF4-FFF2-40B4-BE49-F238E27FC236}">
                  <a16:creationId xmlns:a16="http://schemas.microsoft.com/office/drawing/2014/main" id="{32252901-0F5E-2F95-F8BB-7D67BA0B25D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686159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  <p:sp>
          <p:nvSpPr>
            <p:cNvPr id="27" name="演示研究所 SlideLab.cc">
              <a:extLst>
                <a:ext uri="{FF2B5EF4-FFF2-40B4-BE49-F238E27FC236}">
                  <a16:creationId xmlns:a16="http://schemas.microsoft.com/office/drawing/2014/main" id="{AB3E5D02-11FB-7BFD-9792-5C0F481560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2154154" y="3796625"/>
              <a:ext cx="272415" cy="272415"/>
            </a:xfrm>
            <a:prstGeom prst="star5">
              <a:avLst/>
            </a:prstGeom>
            <a:gradFill>
              <a:gsLst>
                <a:gs pos="0">
                  <a:schemeClr val="bg1"/>
                </a:gs>
                <a:gs pos="99000">
                  <a:schemeClr val="accent2"/>
                </a:gs>
              </a:gsLst>
              <a:path path="circle">
                <a:fillToRect l="100000" t="100000"/>
              </a:path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gradFill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</a:gradFill>
                <a:cs typeface="思源宋体 CN Medium" panose="02020500000000000000" charset="-122"/>
              </a:endParaRPr>
            </a:p>
          </p:txBody>
        </p:sp>
      </p:grpSp>
      <p:pic>
        <p:nvPicPr>
          <p:cNvPr id="28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2A5B43A2-9726-5883-E375-36A4AFBFABF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1804" y="2087204"/>
            <a:ext cx="6858000" cy="2580640"/>
          </a:xfrm>
          <a:prstGeom prst="rect">
            <a:avLst/>
          </a:prstGeom>
        </p:spPr>
      </p:pic>
      <p:grpSp>
        <p:nvGrpSpPr>
          <p:cNvPr id="36" name="演示研究所 SlideLab.cc">
            <a:extLst>
              <a:ext uri="{FF2B5EF4-FFF2-40B4-BE49-F238E27FC236}">
                <a16:creationId xmlns:a16="http://schemas.microsoft.com/office/drawing/2014/main" id="{E5FC4634-74C7-8DBF-1285-A6DC87565A6F}"/>
              </a:ext>
            </a:extLst>
          </p:cNvPr>
          <p:cNvGrpSpPr/>
          <p:nvPr/>
        </p:nvGrpSpPr>
        <p:grpSpPr>
          <a:xfrm>
            <a:off x="6875214" y="3109141"/>
            <a:ext cx="1882755" cy="467458"/>
            <a:chOff x="9322591" y="4074802"/>
            <a:chExt cx="1882755" cy="467458"/>
          </a:xfrm>
        </p:grpSpPr>
        <p:sp>
          <p:nvSpPr>
            <p:cNvPr id="37" name="演示研究所 SlideLab.cc">
              <a:extLst>
                <a:ext uri="{FF2B5EF4-FFF2-40B4-BE49-F238E27FC236}">
                  <a16:creationId xmlns:a16="http://schemas.microsoft.com/office/drawing/2014/main" id="{D07230F6-0F4A-0B7F-03ED-8FAE7C8BF630}"/>
                </a:ext>
              </a:extLst>
            </p:cNvPr>
            <p:cNvSpPr/>
            <p:nvPr/>
          </p:nvSpPr>
          <p:spPr>
            <a:xfrm rot="16200000" flipH="1">
              <a:off x="10030240" y="3367153"/>
              <a:ext cx="467458" cy="1882755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endParaRPr lang="zh-CN" altLang="en-US" dirty="0">
                <a:solidFill>
                  <a:srgbClr val="040D2B"/>
                </a:solidFill>
                <a:cs typeface="汉仪旗黑X1-55W" panose="00020600040101010101" pitchFamily="18" charset="-122"/>
              </a:endParaRPr>
            </a:p>
          </p:txBody>
        </p:sp>
        <p:sp>
          <p:nvSpPr>
            <p:cNvPr id="38" name="演示研究所 SlideLab.cc">
              <a:extLst>
                <a:ext uri="{FF2B5EF4-FFF2-40B4-BE49-F238E27FC236}">
                  <a16:creationId xmlns:a16="http://schemas.microsoft.com/office/drawing/2014/main" id="{E3D860E3-9D45-0BDE-77B7-D32FE036E126}"/>
                </a:ext>
              </a:extLst>
            </p:cNvPr>
            <p:cNvSpPr txBox="1"/>
            <p:nvPr/>
          </p:nvSpPr>
          <p:spPr>
            <a:xfrm>
              <a:off x="9471678" y="4139957"/>
              <a:ext cx="1516566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ln w="6350">
                    <a:noFill/>
                  </a:ln>
                  <a:solidFill>
                    <a:srgbClr val="8A030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汉仪旗黑X1-55W" panose="00020600040101010101" pitchFamily="18" charset="-122"/>
                  <a:sym typeface="汉仪旗黑X1-55W" panose="00020600040101010101" pitchFamily="18" charset="-122"/>
                </a:rPr>
                <a:t>演示研究所</a:t>
              </a:r>
            </a:p>
          </p:txBody>
        </p:sp>
      </p:grpSp>
      <p:sp>
        <p:nvSpPr>
          <p:cNvPr id="39" name="演示研究所 SlideLab.cc">
            <a:extLst>
              <a:ext uri="{FF2B5EF4-FFF2-40B4-BE49-F238E27FC236}">
                <a16:creationId xmlns:a16="http://schemas.microsoft.com/office/drawing/2014/main" id="{4789CB8E-1D3E-DC60-50A4-805ABD1FFB56}"/>
              </a:ext>
            </a:extLst>
          </p:cNvPr>
          <p:cNvSpPr txBox="1"/>
          <p:nvPr/>
        </p:nvSpPr>
        <p:spPr>
          <a:xfrm>
            <a:off x="1235330" y="3768112"/>
            <a:ext cx="5424918" cy="703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MiSans Normal" pitchFamily="2" charset="-122"/>
                <a:ea typeface="MiSans Normal" pitchFamily="2" charset="-122"/>
                <a:cs typeface="汉仪旗黑X1-55W" panose="00020600040101010101" pitchFamily="18" charset="-122"/>
                <a:sym typeface="汉仪旗黑X1-55W" panose="00020600040101010101" pitchFamily="18" charset="-122"/>
              </a:rPr>
              <a:t>单击此处输入你的正文，文字是您思想的提炼，为了最终演示发布的良好效果，请尽量言简意赅的阐述观点</a:t>
            </a:r>
          </a:p>
        </p:txBody>
      </p:sp>
      <p:pic>
        <p:nvPicPr>
          <p:cNvPr id="41" name="演示研究所 SlideLab.cc" descr="图片包含 游戏机&#10;&#10;描述已自动生成">
            <a:extLst>
              <a:ext uri="{FF2B5EF4-FFF2-40B4-BE49-F238E27FC236}">
                <a16:creationId xmlns:a16="http://schemas.microsoft.com/office/drawing/2014/main" id="{10382F36-9D91-E8F1-E10C-ED56A74C7165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screen">
            <a:alphaModFix amt="3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2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flipH="1">
            <a:off x="10198920" y="2426217"/>
            <a:ext cx="1709904" cy="1200330"/>
          </a:xfrm>
          <a:prstGeom prst="rect">
            <a:avLst/>
          </a:prstGeom>
        </p:spPr>
      </p:pic>
      <p:sp>
        <p:nvSpPr>
          <p:cNvPr id="43" name="演示研究所 SlideLab.cc">
            <a:extLst>
              <a:ext uri="{FF2B5EF4-FFF2-40B4-BE49-F238E27FC236}">
                <a16:creationId xmlns:a16="http://schemas.microsoft.com/office/drawing/2014/main" id="{5F62CDEA-2BA4-5E62-394C-158837E9A48B}"/>
              </a:ext>
            </a:extLst>
          </p:cNvPr>
          <p:cNvSpPr txBox="1"/>
          <p:nvPr/>
        </p:nvSpPr>
        <p:spPr>
          <a:xfrm>
            <a:off x="899682" y="558033"/>
            <a:ext cx="2083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gradFill flip="none" rotWithShape="1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4800000" scaled="0"/>
                  <a:tileRect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YOUR LOGO</a:t>
            </a:r>
            <a:endParaRPr kumimoji="1" lang="zh-CN" altLang="en-US" b="1" dirty="0">
              <a:gradFill flip="none" rotWithShape="1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4800000" scaled="0"/>
                <a:tileRect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pic>
        <p:nvPicPr>
          <p:cNvPr id="45" name="演示研究所 SlideLab.cc" descr="黑暗中的灯光&#10;&#10;描述已自动生成">
            <a:extLst>
              <a:ext uri="{FF2B5EF4-FFF2-40B4-BE49-F238E27FC236}">
                <a16:creationId xmlns:a16="http://schemas.microsoft.com/office/drawing/2014/main" id="{16482CCF-81C9-2BFA-8C2F-67953089336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167" y="3028008"/>
            <a:ext cx="2915740" cy="109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2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15C290-B033-7457-310D-69F7E955A1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A16739-2F8C-0055-5FBE-FBB3491EE1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4B8ACF-49E0-B05F-CFBD-167D696A4DCD}"/>
              </a:ext>
            </a:extLst>
          </p:cNvPr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561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F631A8-A379-A901-DD82-099A135E3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FC7BC9E-2CE1-FB22-57D5-87EBB4636A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8F77D02-7455-3715-1BD5-6B43DDD8EC9F}"/>
              </a:ext>
            </a:extLst>
          </p:cNvPr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848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3E5059-2D8D-189A-DBEE-CA672603DD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9B5496-A2D8-D014-BA7C-82F543EA8C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A2AFBD6-76FE-A22D-5ED5-BF5D5FB6C5BB}"/>
              </a:ext>
            </a:extLst>
          </p:cNvPr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585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C0D46-34EC-1D76-D09B-2FDFCC82F7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AEF9CD-E8B1-951E-D980-5A7D892800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0BB29F-B76A-329F-5912-86322D608DDC}"/>
              </a:ext>
            </a:extLst>
          </p:cNvPr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513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BCB45-6966-FDAF-3196-CFCCEC0389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00FF953-618B-074D-B2EA-B9A29F0D47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B833C90-24B6-6C11-8688-C28F4F7A1DC9}"/>
              </a:ext>
            </a:extLst>
          </p:cNvPr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073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643CE4-B85E-BE39-4499-70E832C3E1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72E6784-1999-8640-CD42-8D92488BA7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C8D98B-A03E-2737-6452-6EF5852F77E5}"/>
              </a:ext>
            </a:extLst>
          </p:cNvPr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152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90349-63B1-5740-6C4F-F462EE29FE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6EF2B75-CB0F-35D8-5FBC-8F9EE116E9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0AC647-4F67-4DA3-4927-A1E1B0C11E3A}"/>
              </a:ext>
            </a:extLst>
          </p:cNvPr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181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DC4C97-5DCC-710B-4A0E-A06AE6814D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AB8EA66-5C7A-99BC-54C8-1883796E50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9B6C0FB-7DD8-53CC-27D0-2F699ABB93E2}"/>
              </a:ext>
            </a:extLst>
          </p:cNvPr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810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618CD1-7AA4-5A95-2362-9F453AB2ED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EA3CAE0-EB8E-41B4-0781-EFF25B85A1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87EAF7-E110-13B2-4796-7A6FC95DE952}"/>
              </a:ext>
            </a:extLst>
          </p:cNvPr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231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FBFB0-C8F8-16EA-D073-5C03B7482D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6134F6-D20B-5F61-3D0D-D7D01DDA7C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39D3EB-6D5C-C68D-29CF-6410A70D6763}"/>
              </a:ext>
            </a:extLst>
          </p:cNvPr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262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5A3B1C-4167-0CC7-16EF-2905A7421A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4841C3-905A-1325-01F2-8BC0A471F1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2B5B517-7055-632C-B25C-B22D231574D3}"/>
              </a:ext>
            </a:extLst>
          </p:cNvPr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9715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heme/theme1.xml><?xml version="1.0" encoding="utf-8"?>
<a:theme xmlns:a="http://schemas.openxmlformats.org/drawingml/2006/main" name="Office 主题​​">
  <a:themeElements>
    <a:clrScheme name="自定义 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01411"/>
      </a:accent1>
      <a:accent2>
        <a:srgbClr val="EF611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711</Words>
  <Application>Microsoft Office PowerPoint</Application>
  <PresentationFormat>宽屏</PresentationFormat>
  <Paragraphs>85</Paragraphs>
  <Slides>22</Slides>
  <Notes>3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MiSans Demibold</vt:lpstr>
      <vt:lpstr>MiSans Normal</vt:lpstr>
      <vt:lpstr>Source Han Serif CN Heavy</vt:lpstr>
      <vt:lpstr>等线</vt:lpstr>
      <vt:lpstr>等线 Light</vt:lpstr>
      <vt:lpstr>汉仪旗黑 55简</vt:lpstr>
      <vt:lpstr>汉仪旗黑-55简</vt:lpstr>
      <vt:lpstr>汉仪旗黑X1-55W</vt:lpstr>
      <vt:lpstr>思源宋体 CN Heavy</vt:lpstr>
      <vt:lpstr>思源宋体 CN Medium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思雄 傅</cp:lastModifiedBy>
  <cp:revision>25</cp:revision>
  <dcterms:created xsi:type="dcterms:W3CDTF">2022-12-13T05:35:45Z</dcterms:created>
  <dcterms:modified xsi:type="dcterms:W3CDTF">2026-06-16T12:35:20Z</dcterms:modified>
</cp:coreProperties>
</file>
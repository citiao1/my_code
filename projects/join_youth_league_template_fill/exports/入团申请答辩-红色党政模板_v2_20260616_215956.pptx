
<file path=[Content_Types].xml><?xml version="1.0" encoding="utf-8"?>
<ns0:Types xmlns:ns0="http://schemas.openxmlformats.org/package/2006/content-types">
  <ns0:Default Extension="jpeg" ContentType="image/jpeg"/>
  <ns0:Default Extension="jpg" ContentType="image/jpeg"/>
  <ns0:Default Extension="png" ContentType="image/png"/>
  <ns0:Default Extension="rels" ContentType="application/vnd.openxmlformats-package.relationships+xml"/>
  <ns0:Default Extension="svg" ContentType="image/svg+xml"/>
  <ns0:Default Extension="wdp" ContentType="image/vnd.ms-photo"/>
  <ns0:Default Extension="xlsx" ContentType="application/vnd.openxmlformats-officedocument.spreadsheetml.sheet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theme/theme2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tags/tag3_tf1.xml" ContentType="application/vnd.openxmlformats-officedocument.presentationml.tags+xml"/>
  <ns0:Override PartName="/ppt/tags/tag2_tf1.xml" ContentType="application/vnd.openxmlformats-officedocument.presentationml.tags+xml"/>
  <ns0:Override PartName="/ppt/tags/tag1_tf1.xml" ContentType="application/vnd.openxmlformats-officedocument.presentationml.tags+xml"/>
  <ns0:Override PartName="/ppt/slides/slide23.xml" ContentType="application/vnd.openxmlformats-officedocument.presentationml.slide+xml"/>
  <ns0:Override PartName="/ppt/notesSlides/notesSlide23.xml" ContentType="application/vnd.openxmlformats-officedocument.presentationml.notesSlide+xml"/>
  <ns0:Override PartName="/ppt/tags/tag6_tf1.xml" ContentType="application/vnd.openxmlformats-officedocument.presentationml.tags+xml"/>
  <ns0:Override PartName="/ppt/tags/tag5_tf1.xml" ContentType="application/vnd.openxmlformats-officedocument.presentationml.tags+xml"/>
  <ns0:Override PartName="/ppt/tags/tag4_tf1.xml" ContentType="application/vnd.openxmlformats-officedocument.presentationml.tags+xml"/>
  <ns0:Override PartName="/ppt/slides/slide24.xml" ContentType="application/vnd.openxmlformats-officedocument.presentationml.slide+xml"/>
  <ns0:Override PartName="/ppt/notesSlides/notesSlide24.xml" ContentType="application/vnd.openxmlformats-officedocument.presentationml.notesSlide+xml"/>
  <ns0:Override PartName="/ppt/tags/tag9_tf1.xml" ContentType="application/vnd.openxmlformats-officedocument.presentationml.tags+xml"/>
  <ns0:Override PartName="/ppt/tags/tag8_tf1.xml" ContentType="application/vnd.openxmlformats-officedocument.presentationml.tags+xml"/>
  <ns0:Override PartName="/ppt/tags/tag7_tf1.xml" ContentType="application/vnd.openxmlformats-officedocument.presentationml.tags+xml"/>
  <ns0:Override PartName="/ppt/slides/slide25.xml" ContentType="application/vnd.openxmlformats-officedocument.presentationml.slide+xml"/>
  <ns0:Override PartName="/ppt/notesSlides/notesSlide25.xml" ContentType="application/vnd.openxmlformats-officedocument.presentationml.notesSlide+xml"/>
  <ns0:Override PartName="/ppt/tags/tag15_tf1.xml" ContentType="application/vnd.openxmlformats-officedocument.presentationml.tags+xml"/>
  <ns0:Override PartName="/ppt/tags/tag14_tf1.xml" ContentType="application/vnd.openxmlformats-officedocument.presentationml.tags+xml"/>
  <ns0:Override PartName="/ppt/tags/tag13_tf1.xml" ContentType="application/vnd.openxmlformats-officedocument.presentationml.tags+xml"/>
  <ns0:Override PartName="/ppt/slides/slide26.xml" ContentType="application/vnd.openxmlformats-officedocument.presentationml.slide+xml"/>
  <ns0:Override PartName="/ppt/notesSlides/notesSlide26.xml" ContentType="application/vnd.openxmlformats-officedocument.presentationml.notesSlide+xml"/>
  <ns0:Override PartName="/ppt/tags/tag24_tf1.xml" ContentType="application/vnd.openxmlformats-officedocument.presentationml.tags+xml"/>
  <ns0:Override PartName="/ppt/tags/tag23_tf1.xml" ContentType="application/vnd.openxmlformats-officedocument.presentationml.tags+xml"/>
  <ns0:Override PartName="/ppt/tags/tag22_tf1.xml" ContentType="application/vnd.openxmlformats-officedocument.presentationml.tags+xml"/>
  <ns0:Override PartName="/ppt/slides/slide27.xml" ContentType="application/vnd.openxmlformats-officedocument.presentationml.slide+xml"/>
  <ns0:Override PartName="/ppt/notesSlides/notesSlide27.xml" ContentType="application/vnd.openxmlformats-officedocument.presentationml.notesSlide+xml"/>
  <ns0:Override PartName="/ppt/tags/tag27_tf1.xml" ContentType="application/vnd.openxmlformats-officedocument.presentationml.tags+xml"/>
  <ns0:Override PartName="/ppt/tags/tag26_tf1.xml" ContentType="application/vnd.openxmlformats-officedocument.presentationml.tags+xml"/>
  <ns0:Override PartName="/ppt/tags/tag25_tf1.xml" ContentType="application/vnd.openxmlformats-officedocument.presentationml.tags+xml"/>
  <ns0:Override PartName="/ppt/slides/slide28.xml" ContentType="application/vnd.openxmlformats-officedocument.presentationml.slide+xml"/>
  <ns0:Override PartName="/ppt/notesSlides/notesSlide28.xml" ContentType="application/vnd.openxmlformats-officedocument.presentationml.notesSlide+xml"/>
  <ns0:Override PartName="/ppt/tags/tag30_tf1.xml" ContentType="application/vnd.openxmlformats-officedocument.presentationml.tags+xml"/>
  <ns0:Override PartName="/ppt/tags/tag29_tf1.xml" ContentType="application/vnd.openxmlformats-officedocument.presentationml.tags+xml"/>
  <ns0:Override PartName="/ppt/tags/tag28_tf1.xml" ContentType="application/vnd.openxmlformats-officedocument.presentationml.tags+xml"/>
  <ns0:Override PartName="/ppt/slides/slide29.xml" ContentType="application/vnd.openxmlformats-officedocument.presentationml.slide+xml"/>
  <ns0:Override PartName="/ppt/notesSlides/notesSlide29.xml" ContentType="application/vnd.openxmlformats-officedocument.presentationml.notesSlide+xml"/>
  <ns0:Override PartName="/ppt/tags/tag21_tf1.xml" ContentType="application/vnd.openxmlformats-officedocument.presentationml.tags+xml"/>
  <ns0:Override PartName="/ppt/tags/tag20_tf1.xml" ContentType="application/vnd.openxmlformats-officedocument.presentationml.tags+xml"/>
  <ns0:Override PartName="/ppt/tags/tag19_tf1.xml" ContentType="application/vnd.openxmlformats-officedocument.presentationml.tags+xml"/>
  <ns0:Override PartName="/ppt/slides/slide30.xml" ContentType="application/vnd.openxmlformats-officedocument.presentationml.slide+xml"/>
  <ns0:Override PartName="/ppt/notesSlides/notesSlide30.xml" ContentType="application/vnd.openxmlformats-officedocument.presentationml.notesSlide+xml"/>
  <ns0:Override PartName="/ppt/tags/tag33_tf1.xml" ContentType="application/vnd.openxmlformats-officedocument.presentationml.tags+xml"/>
  <ns0:Override PartName="/ppt/tags/tag32_tf1.xml" ContentType="application/vnd.openxmlformats-officedocument.presentationml.tags+xml"/>
  <ns0:Override PartName="/ppt/tags/tag31_tf1.xml" ContentType="application/vnd.openxmlformats-officedocument.presentationml.tags+xml"/>
  <ns0:Override PartName="/ppt/slides/slide31.xml" ContentType="application/vnd.openxmlformats-officedocument.presentationml.slide+xml"/>
  <ns0:Override PartName="/ppt/notesSlides/notesSlide31.xml" ContentType="application/vnd.openxmlformats-officedocument.presentationml.notes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29"/>
    <p:sldId id="257" r:id="rId30"/>
    <p:sldId id="258" r:id="rId31"/>
    <p:sldId id="259" r:id="rId32"/>
    <p:sldId id="260" r:id="rId33"/>
    <p:sldId id="261" r:id="rId34"/>
    <p:sldId id="262" r:id="rId35"/>
    <p:sldId id="263" r:id="rId36"/>
    <p:sldId id="264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300"/>
    <a:srgbClr val="B92A36"/>
    <a:srgbClr val="9627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04" d="100"/>
          <a:sy n="104" d="100"/>
        </p:scale>
        <p:origin x="9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notesMaster" Target="notesMasters/notes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3D999-399E-EB4F-98E6-08DBF15B69D3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A16FB-0A03-0445-8DA5-63DF15F76E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241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3.xml" /></Relationships>
</file>

<file path=ppt/notesSlides/_rels/notesSlide2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_rels/notesSlide2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6.xml" /></Relationships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_rels/notesSlide2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8.xml" /></Relationships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_rels/notesSlide3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1.xml" />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各位老师、同学大家好，我是自控2401班的傅思雄。今天我将围绕个人基本情况、学习科创实践、服务经历以及对共青团的认识，汇报我的入团申请。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本次汇报分为四个部分。先介绍我的基本情况，再说明学习和科创实践，随后汇报服务集体的经历，最后谈谈我对共青团的认识和入团后的计划。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首先是个人基本情况。我来自自控2401班，希望通过入团申请，把个人成长放到更高标准和更强集体意识中去要求自己。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????????????2401?????????????????????????????????????????????????????????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第二部分是学习与科创实践。专业学习之外，我也在通过竞赛训练把知识用到真实问题中，让能力在实践中得到检验。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这条成长路径概括了我现阶段的努力方向。从专业基础到竞赛训练，再到实验室助理和集体服务，我希望让每一步都更扎实。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?????????????????????????????????????????????????????????????????????????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??????????????????????????????????????????????????????????????????????????????????????????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我的汇报到这里结束。感谢各位老师和同学的聆听，也恳请大家对我的不足提出批评指正。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9857C-728E-5FC1-B3F1-6ED0E5F26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7F9544-838A-4624-BD52-231A63D62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C01F18-4C0E-F6CE-4C1E-DE15105A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24A16B-B307-90B5-DA66-08ADC6F1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3C2A10-B8AE-BFB0-0773-1DBB4536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559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CB1CB-90BE-936C-D9B1-F9D9E7E2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97BC1-3658-7FC5-53DC-CF1F3676F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B6EF35-47BE-AA04-5748-08D5E03CB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75838-268F-E1B4-36A0-531D6E52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DBC0B-ED42-CF4B-B697-E830D2B1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531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F2773-B232-92A7-04DC-261FAA656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3D3283-C676-B659-C254-92F17621E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54CE1B-E913-2CF4-FE08-9602B6A9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1E9FF8-0029-E97E-E4AB-34421895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2B84A7-8DA0-6198-77D0-5AEE42E8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05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DC5FF-C743-95D1-D547-2250158C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23CB2-F6B1-B26B-CDF8-1FE7E785F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6C4816-5357-77F7-2A33-F977570E8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70A2AB-7786-9A8A-7EBB-ED070F0F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2EB03B-AE7D-73B5-E638-16E6A800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A821EB-21E3-D0F2-CE5F-7B89FB85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052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6C47D-0290-43F2-9168-EF521FFF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F5155A-8D31-E76F-02D4-72706148B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CE6EF6-7162-2B54-D3B8-3FBC8BB0B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D4DD03-E757-E83E-EA5F-1D047C322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9CCBE0-C39D-5890-4DE2-034EA91DF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23A263-2F51-7082-C944-C4A9B860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39CE6B-1F61-87EF-7E95-ED709F20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48083D-C27A-0E6F-E193-5888C896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27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84293-C34D-9D9A-FFFF-ED27FD8D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D095DD-E7A7-176C-D85B-43033401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FA43F1-61EE-F47A-2574-578F862A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FFA7AA-E019-0F96-65B8-5F0B8177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026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AE3140-DAEF-8A8A-980B-D2F7474B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48ED03-9B82-9312-F0BE-73B5C046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7593BD-F61B-AF9A-49C9-0B636E09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355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E0E42-A961-963D-90E4-202EBFC6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7ADBE-A375-F386-4578-DD49C27EB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F155AB-28E1-4FE4-13B9-393C15C30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B45DF2-61E1-84EB-D57A-AEE91D64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C20BF5-9D41-C657-10AC-DCE7267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D866B6-1293-2546-B42E-8ABA6B29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70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9BEA2-55CE-F2DE-AEF0-7B4036EB7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3A6D1B-A955-B3F7-F392-7FCA427D3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875CA6-0778-B971-8CAA-54EC44F27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9C39D9-4AF3-6D3C-F786-4F37626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81FADF-726A-E74D-DF9D-C2C070858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FC25D0-4BB5-D0A1-F387-140CECDF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112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B8CBA-B829-C26D-7B1B-1982E51E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0FA99-D64A-B6C2-46D3-DCCB8395F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C2A8B7-7B3D-EF57-DE2C-56763CF8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2D847C-1BDF-228E-410A-88FEC810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57AC20-D16B-9EA3-6A0A-4CAA2CB1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614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37E7D8-F185-F506-2C71-DFF49490B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B87CC7-FE5E-B1A0-AB4B-CE9891A7A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4C23-D533-B380-3D1B-FBE0C4DB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B427D-CB0A-D0FA-5DFF-E699168D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1503D1-454D-5676-C600-54A723F4E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154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C0BD74-4CAB-2723-0135-493090D4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9AAABF-1CF1-84CA-FC63-AA8743FA0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010CB0-1587-CCBC-A0B3-85F6922F1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06191-0076-7BD0-4EAC-5F72A48CC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5A556-7634-060D-B34C-70497F5ED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9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'1.0' encoding='utf-8'?>
<Relationships xmlns="http://schemas.openxmlformats.org/package/2006/relationships"><Relationship Id="rId8" Type="http://schemas.openxmlformats.org/officeDocument/2006/relationships/image" Target="../media/image3.png" /><Relationship Id="rId3" Type="http://schemas.openxmlformats.org/officeDocument/2006/relationships/tags" Target="../tags/tag3_tf1.xml" /><Relationship Id="rId7" Type="http://schemas.openxmlformats.org/officeDocument/2006/relationships/image" Target="../media/image2.svg" /><Relationship Id="rId2" Type="http://schemas.openxmlformats.org/officeDocument/2006/relationships/tags" Target="../tags/tag2_tf1.xml" /><Relationship Id="rId1" Type="http://schemas.openxmlformats.org/officeDocument/2006/relationships/tags" Target="../tags/tag1_tf1.xml" /><Relationship Id="rId6" Type="http://schemas.openxmlformats.org/officeDocument/2006/relationships/image" Target="../media/image1.jpeg" /><Relationship Id="rId11" Type="http://schemas.microsoft.com/office/2007/relationships/hdphoto" Target="../media/hdphoto1.wdp" /><Relationship Id="rId10" Type="http://schemas.openxmlformats.org/officeDocument/2006/relationships/image" Target="../media/image5.png" /><Relationship Id="rId4" Type="http://schemas.openxmlformats.org/officeDocument/2006/relationships/slideLayout" Target="../slideLayouts/slideLayout1.xml" /><Relationship Id="rId9" Type="http://schemas.openxmlformats.org/officeDocument/2006/relationships/image" Target="../media/image4.png" /><Relationship Id="rId12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<Relationship Id="rId8" Type="http://schemas.openxmlformats.org/officeDocument/2006/relationships/image" Target="../media/image4.png" /><Relationship Id="rId3" Type="http://schemas.openxmlformats.org/officeDocument/2006/relationships/tags" Target="../tags/tag6_tf1.xml" /><Relationship Id="rId7" Type="http://schemas.openxmlformats.org/officeDocument/2006/relationships/image" Target="../media/image2.svg" /><Relationship Id="rId2" Type="http://schemas.openxmlformats.org/officeDocument/2006/relationships/tags" Target="../tags/tag5_tf1.xml" /><Relationship Id="rId1" Type="http://schemas.openxmlformats.org/officeDocument/2006/relationships/tags" Target="../tags/tag4_tf1.xml" /><Relationship Id="rId6" Type="http://schemas.openxmlformats.org/officeDocument/2006/relationships/image" Target="../media/image1.jpeg" /><Relationship Id="rId10" Type="http://schemas.microsoft.com/office/2007/relationships/hdphoto" Target="../media/hdphoto1.wdp" /><Relationship Id="rId4" Type="http://schemas.openxmlformats.org/officeDocument/2006/relationships/slideLayout" Target="../slideLayouts/slideLayout2.xml" /><Relationship Id="rId9" Type="http://schemas.openxmlformats.org/officeDocument/2006/relationships/image" Target="../media/image5.png" /><Relationship Id="rId11" Type="http://schemas.openxmlformats.org/officeDocument/2006/relationships/notesSlide" Target="../notesSlides/notesSlide24.xml" /></Relationships>
</file>

<file path=ppt/slides/_rels/slide25.xml.rels><?xml version='1.0' encoding='utf-8'?>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tags" Target="../tags/tag9_tf1.xml" /><Relationship Id="rId7" Type="http://schemas.openxmlformats.org/officeDocument/2006/relationships/image" Target="../media/image6.png" /><Relationship Id="rId2" Type="http://schemas.openxmlformats.org/officeDocument/2006/relationships/tags" Target="../tags/tag8_tf1.xml" /><Relationship Id="rId1" Type="http://schemas.openxmlformats.org/officeDocument/2006/relationships/tags" Target="../tags/tag7_tf1.xml" /><Relationship Id="rId6" Type="http://schemas.openxmlformats.org/officeDocument/2006/relationships/image" Target="../media/image2.svg" /><Relationship Id="rId5" Type="http://schemas.openxmlformats.org/officeDocument/2006/relationships/image" Target="../media/image1.jpeg" /><Relationship Id="rId10" Type="http://schemas.openxmlformats.org/officeDocument/2006/relationships/image" Target="../media/image4.png" /><Relationship Id="rId4" Type="http://schemas.openxmlformats.org/officeDocument/2006/relationships/slideLayout" Target="../slideLayouts/slideLayout2.xml" /><Relationship Id="rId9" Type="http://schemas.microsoft.com/office/2007/relationships/hdphoto" Target="../media/hdphoto1.wdp" /><Relationship Id="rId11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<Relationship Id="rId8" Type="http://schemas.openxmlformats.org/officeDocument/2006/relationships/image" Target="../media/image8.jpg" /><Relationship Id="rId3" Type="http://schemas.openxmlformats.org/officeDocument/2006/relationships/tags" Target="../tags/tag15_tf1.xml" /><Relationship Id="rId7" Type="http://schemas.openxmlformats.org/officeDocument/2006/relationships/image" Target="../media/image3.png" /><Relationship Id="rId2" Type="http://schemas.openxmlformats.org/officeDocument/2006/relationships/tags" Target="../tags/tag14_tf1.xml" /><Relationship Id="rId1" Type="http://schemas.openxmlformats.org/officeDocument/2006/relationships/tags" Target="../tags/tag13_tf1.xml" /><Relationship Id="rId6" Type="http://schemas.openxmlformats.org/officeDocument/2006/relationships/image" Target="../media/image2.svg" /><Relationship Id="rId5" Type="http://schemas.openxmlformats.org/officeDocument/2006/relationships/image" Target="../media/image1.jpeg" /><Relationship Id="rId4" Type="http://schemas.openxmlformats.org/officeDocument/2006/relationships/slideLayout" Target="../slideLayouts/slideLayout7.xml" /><Relationship Id="rId9" Type="http://schemas.openxmlformats.org/officeDocument/2006/relationships/image" Target="../media/image9.jpg" /><Relationship Id="rId10" Type="http://schemas.openxmlformats.org/officeDocument/2006/relationships/notesSlide" Target="../notesSlides/notesSlide26.xml" /></Relationships>
</file>

<file path=ppt/slides/_rels/slide27.xml.rels><?xml version='1.0' encoding='utf-8'?>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tags" Target="../tags/tag24_tf1.xml" /><Relationship Id="rId7" Type="http://schemas.openxmlformats.org/officeDocument/2006/relationships/image" Target="../media/image6.png" /><Relationship Id="rId2" Type="http://schemas.openxmlformats.org/officeDocument/2006/relationships/tags" Target="../tags/tag23_tf1.xml" /><Relationship Id="rId1" Type="http://schemas.openxmlformats.org/officeDocument/2006/relationships/tags" Target="../tags/tag22_tf1.xml" /><Relationship Id="rId6" Type="http://schemas.openxmlformats.org/officeDocument/2006/relationships/image" Target="../media/image2.svg" /><Relationship Id="rId5" Type="http://schemas.openxmlformats.org/officeDocument/2006/relationships/image" Target="../media/image1.jpeg" /><Relationship Id="rId10" Type="http://schemas.openxmlformats.org/officeDocument/2006/relationships/image" Target="../media/image4.png" /><Relationship Id="rId4" Type="http://schemas.openxmlformats.org/officeDocument/2006/relationships/slideLayout" Target="../slideLayouts/slideLayout2.xml" /><Relationship Id="rId9" Type="http://schemas.microsoft.com/office/2007/relationships/hdphoto" Target="../media/hdphoto1.wdp" /><Relationship Id="rId11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<Relationship Id="rId3" Type="http://schemas.openxmlformats.org/officeDocument/2006/relationships/tags" Target="../tags/tag27_tf1.xml" /><Relationship Id="rId7" Type="http://schemas.openxmlformats.org/officeDocument/2006/relationships/image" Target="../media/image3.png" /><Relationship Id="rId2" Type="http://schemas.openxmlformats.org/officeDocument/2006/relationships/tags" Target="../tags/tag26_tf1.xml" /><Relationship Id="rId1" Type="http://schemas.openxmlformats.org/officeDocument/2006/relationships/tags" Target="../tags/tag25_tf1.xml" /><Relationship Id="rId6" Type="http://schemas.openxmlformats.org/officeDocument/2006/relationships/image" Target="../media/image2.svg" /><Relationship Id="rId5" Type="http://schemas.openxmlformats.org/officeDocument/2006/relationships/image" Target="../media/image1.jpeg" /><Relationship Id="rId4" Type="http://schemas.openxmlformats.org/officeDocument/2006/relationships/slideLayout" Target="../slideLayouts/slideLayout7.xml" /><Relationship Id="rId8" Type="http://schemas.openxmlformats.org/officeDocument/2006/relationships/notesSlide" Target="../notesSlides/notesSlide28.xml" /></Relationships>
</file>

<file path=ppt/slides/_rels/slide29.xml.rels><?xml version='1.0' encoding='utf-8'?>
<Relationships xmlns="http://schemas.openxmlformats.org/package/2006/relationships"><Relationship Id="rId8" Type="http://schemas.openxmlformats.org/officeDocument/2006/relationships/image" Target="../media/image11.jpg" /><Relationship Id="rId3" Type="http://schemas.openxmlformats.org/officeDocument/2006/relationships/tags" Target="../tags/tag30_tf1.xml" /><Relationship Id="rId7" Type="http://schemas.openxmlformats.org/officeDocument/2006/relationships/image" Target="../media/image3.png" /><Relationship Id="rId2" Type="http://schemas.openxmlformats.org/officeDocument/2006/relationships/tags" Target="../tags/tag29_tf1.xml" /><Relationship Id="rId1" Type="http://schemas.openxmlformats.org/officeDocument/2006/relationships/tags" Target="../tags/tag28_tf1.xml" /><Relationship Id="rId6" Type="http://schemas.openxmlformats.org/officeDocument/2006/relationships/image" Target="../media/image2.svg" /><Relationship Id="rId5" Type="http://schemas.openxmlformats.org/officeDocument/2006/relationships/image" Target="../media/image1.jpeg" /><Relationship Id="rId4" Type="http://schemas.openxmlformats.org/officeDocument/2006/relationships/slideLayout" Target="../slideLayouts/slideLayout7.xml" /><Relationship Id="rId9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<Relationship Id="rId8" Type="http://schemas.openxmlformats.org/officeDocument/2006/relationships/image" Target="../media/image10.jpg" /><Relationship Id="rId3" Type="http://schemas.openxmlformats.org/officeDocument/2006/relationships/tags" Target="../tags/tag21_tf1.xml" /><Relationship Id="rId7" Type="http://schemas.openxmlformats.org/officeDocument/2006/relationships/image" Target="../media/image3.png" /><Relationship Id="rId2" Type="http://schemas.openxmlformats.org/officeDocument/2006/relationships/tags" Target="../tags/tag20_tf1.xml" /><Relationship Id="rId1" Type="http://schemas.openxmlformats.org/officeDocument/2006/relationships/tags" Target="../tags/tag19_tf1.xml" /><Relationship Id="rId6" Type="http://schemas.openxmlformats.org/officeDocument/2006/relationships/image" Target="../media/image2.svg" /><Relationship Id="rId5" Type="http://schemas.openxmlformats.org/officeDocument/2006/relationships/image" Target="../media/image1.jpeg" /><Relationship Id="rId4" Type="http://schemas.openxmlformats.org/officeDocument/2006/relationships/slideLayout" Target="../slideLayouts/slideLayout7.xml" /><Relationship Id="rId9" Type="http://schemas.openxmlformats.org/officeDocument/2006/relationships/notesSlide" Target="../notesSlides/notesSlide30.xml" /></Relationships>
</file>

<file path=ppt/slides/_rels/slide31.xml.rels><?xml version='1.0' encoding='utf-8'?>
<Relationships xmlns="http://schemas.openxmlformats.org/package/2006/relationships"><Relationship Id="rId8" Type="http://schemas.openxmlformats.org/officeDocument/2006/relationships/image" Target="../media/image3.png" /><Relationship Id="rId3" Type="http://schemas.openxmlformats.org/officeDocument/2006/relationships/tags" Target="../tags/tag33_tf1.xml" /><Relationship Id="rId7" Type="http://schemas.openxmlformats.org/officeDocument/2006/relationships/image" Target="../media/image2.svg" /><Relationship Id="rId2" Type="http://schemas.openxmlformats.org/officeDocument/2006/relationships/tags" Target="../tags/tag32_tf1.xml" /><Relationship Id="rId1" Type="http://schemas.openxmlformats.org/officeDocument/2006/relationships/tags" Target="../tags/tag31_tf1.xml" /><Relationship Id="rId6" Type="http://schemas.openxmlformats.org/officeDocument/2006/relationships/image" Target="../media/image1.jpeg" /><Relationship Id="rId11" Type="http://schemas.microsoft.com/office/2007/relationships/hdphoto" Target="../media/hdphoto1.wdp" /><Relationship Id="rId10" Type="http://schemas.openxmlformats.org/officeDocument/2006/relationships/image" Target="../media/image5.png" /><Relationship Id="rId4" Type="http://schemas.openxmlformats.org/officeDocument/2006/relationships/slideLayout" Target="../slideLayouts/slideLayout1.xml" /><Relationship Id="rId9" Type="http://schemas.openxmlformats.org/officeDocument/2006/relationships/image" Target="../media/image4.png" /><Relationship Id="rId12" Type="http://schemas.openxmlformats.org/officeDocument/2006/relationships/notesSlide" Target="../notesSlides/notesSlide31.xml" /></Relationships>
</file>

<file path=ppt/slides/slide23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ns2:creationId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ns2:creationId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ns2:creationId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ns2:creationId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ns2:creationId id="{6CD53EAA-BEB1-4613-E508-D12870D880BE}"/>
              </a:ext>
            </a:extLst>
          </p:cNvPr>
          <p:cNvSpPr txBox="1"/>
          <p:nvPr/>
        </p:nvSpPr>
        <p:spPr>
          <a:xfrm>
            <a:off x="833609" y="1730059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b="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入团申请答辩</a:t>
            </a:r>
            <a:r>
              <a:rPr lang="en-US" altLang="zh-CN" sz="7200" b="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/>
            </a:r>
            <a:r>
              <a:rPr lang="zh-CN" altLang="en-US" sz="7200" b="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/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ns2:creationId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ns2:creationId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ns2:creationId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ns2:creationId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ns2:creationId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-597452" y="1430952"/>
            <a:ext cx="6858000" cy="2580640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ns2:creationId id="{E5FC4634-74C7-8DBF-1285-A6DC87565A6F}"/>
              </a:ext>
            </a:extLst>
          </p:cNvPr>
          <p:cNvGrpSpPr/>
          <p:nvPr/>
        </p:nvGrpSpPr>
        <p:grpSpPr>
          <a:xfrm>
            <a:off x="6539566" y="3176986"/>
            <a:ext cx="1882755" cy="467458"/>
            <a:chOff x="9322591" y="4074802"/>
            <a:chExt cx="1882755" cy="467458"/>
          </a:xfrm>
        </p:grpSpPr>
        <p:sp>
          <p:nvSpPr>
            <p:cNvPr id="37" name="演示研究所 SlideLab.cc">
              <a:extLst>
                <a:ext uri="{FF2B5EF4-FFF2-40B4-BE49-F238E27FC236}">
                  <ns2:creationId id="{D07230F6-0F4A-0B7F-03ED-8FAE7C8BF630}"/>
                </a:ext>
              </a:extLst>
            </p:cNvPr>
            <p:cNvSpPr/>
            <p:nvPr/>
          </p:nvSpPr>
          <p:spPr>
            <a:xfrm rot="16200000" flipH="1">
              <a:off x="10030240" y="3367153"/>
              <a:ext cx="467458" cy="188275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>
                <a:solidFill>
                  <a:srgbClr val="040D2B"/>
                </a:solidFill>
                <a:cs typeface="汉仪旗黑X1-55W" panose="00020600040101010101" pitchFamily="18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ns2:creationId id="{E3D860E3-9D45-0BDE-77B7-D32FE036E126}"/>
                </a:ext>
              </a:extLst>
            </p:cNvPr>
            <p:cNvSpPr txBox="1"/>
            <p:nvPr/>
          </p:nvSpPr>
          <p:spPr>
            <a:xfrm>
              <a:off x="9471678" y="4139957"/>
              <a:ext cx="151656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n w="6350">
                    <a:noFill/>
                  </a:ln>
                  <a:solidFill>
                    <a:srgbClr val="8A03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汉仪旗黑X1-55W" panose="00020600040101010101" pitchFamily="18" charset="-122"/>
                  <a:sym typeface="汉仪旗黑X1-55W" panose="00020600040101010101" pitchFamily="18" charset="-122"/>
                </a:rPr>
                <a:t>申请人汇报</a:t>
              </a:r>
            </a:p>
          </p:txBody>
        </p:sp>
      </p:grpSp>
      <p:sp>
        <p:nvSpPr>
          <p:cNvPr id="39" name="演示研究所 SlideLab.cc">
            <a:extLst>
              <a:ext uri="{FF2B5EF4-FFF2-40B4-BE49-F238E27FC236}">
                <ns2:creationId id="{4789CB8E-1D3E-DC60-50A4-805ABD1FFB56}"/>
              </a:ext>
            </a:extLst>
          </p:cNvPr>
          <p:cNvSpPr txBox="1"/>
          <p:nvPr/>
        </p:nvSpPr>
        <p:spPr>
          <a:xfrm>
            <a:off x="899682" y="3835957"/>
            <a:ext cx="5424918" cy="703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自控2401 傅思雄｜以实践行动靠近团组织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ns2:creationId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ns4:imgProps>
                  <ns4:imgLayer r:embed="rId11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 flipH="1">
            <a:off x="9863272" y="2494062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ns2:creationId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共青团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pic>
        <p:nvPicPr>
          <p:cNvPr id="45" name="演示研究所 SlideLab.cc" descr="黑暗中的灯光&#10;&#10;描述已自动生成">
            <a:extLst>
              <a:ext uri="{FF2B5EF4-FFF2-40B4-BE49-F238E27FC236}">
                <ns2:creationId id="{16482CCF-81C9-2BFA-8C2F-6795308933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3771519" y="3095853"/>
            <a:ext cx="2915740" cy="1097182"/>
          </a:xfrm>
          <a:prstGeom prst="rect">
            <a:avLst/>
          </a:prstGeom>
        </p:spPr>
      </p:pic>
      <p:sp>
        <p:nvSpPr>
          <p:cNvPr id="12" name="演示研究所 SlideLab.cc">
            <a:extLst>
              <a:ext uri="{FF2B5EF4-FFF2-40B4-BE49-F238E27FC236}">
                <ns2:creationId id="{99C75111-3F81-365B-8343-EC1A5F716746}"/>
              </a:ext>
            </a:extLst>
          </p:cNvPr>
          <p:cNvSpPr txBox="1"/>
          <p:nvPr/>
        </p:nvSpPr>
        <p:spPr>
          <a:xfrm>
            <a:off x="833609" y="3095978"/>
            <a:ext cx="7797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>
                <a:gradFill>
                  <a:gsLst>
                    <a:gs pos="0">
                      <a:schemeClr val="bg1"/>
                    </a:gs>
                    <a:gs pos="98000">
                      <a:schemeClr val="accent2">
                        <a:lumMod val="60000"/>
                        <a:lumOff val="40000"/>
                        <a:alpha val="92769"/>
                      </a:schemeClr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以青年担当融入集体</a:t>
            </a:r>
            <a:r>
              <a:rPr kumimoji="1" lang="en-US" altLang="zh-CN" sz="3600" b="1" dirty="0">
                <a:gradFill>
                  <a:gsLst>
                    <a:gs pos="0">
                      <a:schemeClr val="bg1"/>
                    </a:gs>
                    <a:gs pos="98000">
                      <a:schemeClr val="accent2">
                        <a:lumMod val="60000"/>
                        <a:lumOff val="40000"/>
                        <a:alpha val="92769"/>
                      </a:schemeClr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/>
            </a:r>
            <a:r>
              <a:rPr kumimoji="1" lang="zh-CN" altLang="en-US" sz="3600" b="1" dirty="0">
                <a:gradFill>
                  <a:gsLst>
                    <a:gs pos="0">
                      <a:schemeClr val="bg1"/>
                    </a:gs>
                    <a:gs pos="98000">
                      <a:schemeClr val="accent2">
                        <a:lumMod val="60000"/>
                        <a:lumOff val="40000"/>
                        <a:alpha val="92769"/>
                      </a:schemeClr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/>
            </a:r>
          </a:p>
        </p:txBody>
      </p:sp>
    </p:spTree>
    <p:extLst>
      <p:ext uri="{BB962C8B-B14F-4D97-AF65-F5344CB8AC3E}">
        <p14:creationId val="2843197450"/>
      </p:ext>
    </p:extLst>
  </p:cSld>
  <p:clrMapOvr>
    <a:masterClrMapping/>
  </p:clrMapOvr>
  <p:transition p14:dur="500">
    <p:fade/>
  </p:transition>
</p:sld>
</file>

<file path=ppt/slides/slide24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演示研究所 SlideLab.cc" descr="免费 城市建筑 素材图片">
            <a:extLst>
              <a:ext uri="{FF2B5EF4-FFF2-40B4-BE49-F238E27FC236}">
                <ns2:creationId id="{B5A6496D-E9CC-918C-1E6E-84738306DC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6" name="演示研究所 SlideLab.cc">
            <a:extLst>
              <a:ext uri="{FF2B5EF4-FFF2-40B4-BE49-F238E27FC236}">
                <ns2:creationId id="{199101D4-A5F4-DA87-CE37-0921F339FC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演示研究所 SlideLab.cc">
            <a:extLst>
              <a:ext uri="{FF2B5EF4-FFF2-40B4-BE49-F238E27FC236}">
                <ns2:creationId id="{5756D49E-B239-7D8D-8A5C-80A3BB045C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5423338"/>
            <a:ext cx="12192000" cy="143466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ns2:creationId id="{2D6F96E0-0FFC-C143-1584-14D7D4FB5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7"/>
              </a:ext>
            </a:extLst>
          </a:blip>
          <a:srcRect b="35667"/>
          <a:stretch>
            <a:fillRect/>
          </a:stretch>
        </p:blipFill>
        <p:spPr>
          <a:xfrm>
            <a:off x="0" y="-1"/>
            <a:ext cx="12192000" cy="162910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sp>
        <p:nvSpPr>
          <p:cNvPr id="10" name="演示研究所 SlideLab.cc">
            <a:extLst>
              <a:ext uri="{FF2B5EF4-FFF2-40B4-BE49-F238E27FC236}">
                <ns2:creationId id="{D7597F7A-18BA-A7C9-E57E-6E479BAC5ACF}"/>
              </a:ext>
            </a:extLst>
          </p:cNvPr>
          <p:cNvSpPr txBox="1"/>
          <p:nvPr/>
        </p:nvSpPr>
        <p:spPr>
          <a:xfrm>
            <a:off x="1233796" y="2458519"/>
            <a:ext cx="3402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目录</a:t>
            </a:r>
          </a:p>
        </p:txBody>
      </p:sp>
      <p:pic>
        <p:nvPicPr>
          <p:cNvPr id="11" name="演示研究所 SlideLab.cc" descr="黑暗中的灯光&#10;&#10;描述已自动生成">
            <a:extLst>
              <a:ext uri="{FF2B5EF4-FFF2-40B4-BE49-F238E27FC236}">
                <ns2:creationId id="{B11A2F9B-BC3A-541B-CC55-98F1AD35791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1028531" y="2722796"/>
            <a:ext cx="3812591" cy="1434664"/>
          </a:xfrm>
          <a:prstGeom prst="rect">
            <a:avLst/>
          </a:prstGeom>
        </p:spPr>
      </p:pic>
      <p:sp>
        <p:nvSpPr>
          <p:cNvPr id="12" name="演示研究所 SlideLab.cc">
            <a:extLst>
              <a:ext uri="{FF2B5EF4-FFF2-40B4-BE49-F238E27FC236}">
                <ns2:creationId id="{57A13952-68D8-4951-5612-032977862D8A}"/>
              </a:ext>
            </a:extLst>
          </p:cNvPr>
          <p:cNvSpPr txBox="1"/>
          <p:nvPr/>
        </p:nvSpPr>
        <p:spPr>
          <a:xfrm>
            <a:off x="513880" y="3501475"/>
            <a:ext cx="4841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en-US" altLang="zh-CN" sz="54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CONTENTS</a:t>
            </a:r>
            <a:endParaRPr lang="zh-CN" altLang="en-US" sz="5400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ns2:creationId id="{095012C6-EEF4-043E-BE7B-AD6CC2567367}"/>
              </a:ext>
            </a:extLst>
          </p:cNvPr>
          <p:cNvSpPr/>
          <p:nvPr/>
        </p:nvSpPr>
        <p:spPr>
          <a:xfrm>
            <a:off x="6598677" y="169341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01</a:t>
            </a:r>
            <a:endParaRPr lang="zh-CN" altLang="en-US" b="1" dirty="0">
              <a:solidFill>
                <a:srgbClr val="8A03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ns2:creationId id="{BDE0B2B0-3B11-F625-2996-B7DADC99321D}"/>
              </a:ext>
            </a:extLst>
          </p:cNvPr>
          <p:cNvSpPr/>
          <p:nvPr/>
        </p:nvSpPr>
        <p:spPr>
          <a:xfrm>
            <a:off x="6598677" y="2792224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02</a:t>
            </a:r>
            <a:endParaRPr lang="zh-CN" altLang="en-US" b="1" dirty="0">
              <a:solidFill>
                <a:srgbClr val="8A03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ns2:creationId id="{FF96411B-8ED8-9E03-4A0F-2DFC0E565BCC}"/>
              </a:ext>
            </a:extLst>
          </p:cNvPr>
          <p:cNvSpPr/>
          <p:nvPr/>
        </p:nvSpPr>
        <p:spPr>
          <a:xfrm>
            <a:off x="6598677" y="389102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03</a:t>
            </a:r>
            <a:endParaRPr lang="zh-CN" altLang="en-US" b="1" dirty="0">
              <a:solidFill>
                <a:srgbClr val="8A03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sp>
        <p:nvSpPr>
          <p:cNvPr id="17" name="演示研究所 SlideLab.cc">
            <a:extLst>
              <a:ext uri="{FF2B5EF4-FFF2-40B4-BE49-F238E27FC236}">
                <ns2:creationId id="{F003331F-F08B-D46B-4853-2AD4098707F7}"/>
              </a:ext>
            </a:extLst>
          </p:cNvPr>
          <p:cNvSpPr/>
          <p:nvPr/>
        </p:nvSpPr>
        <p:spPr>
          <a:xfrm>
            <a:off x="6598677" y="4989833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04</a:t>
            </a:r>
            <a:endParaRPr lang="zh-CN" altLang="en-US" b="1" dirty="0">
              <a:solidFill>
                <a:srgbClr val="8A03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sp>
        <p:nvSpPr>
          <p:cNvPr id="18" name="演示研究所 SlideLab.cc">
            <a:extLst>
              <a:ext uri="{FF2B5EF4-FFF2-40B4-BE49-F238E27FC236}">
                <ns2:creationId id="{EB0844D2-EE1E-85EE-BB6F-FB836CCAB17A}"/>
              </a:ext>
            </a:extLst>
          </p:cNvPr>
          <p:cNvSpPr/>
          <p:nvPr/>
        </p:nvSpPr>
        <p:spPr>
          <a:xfrm>
            <a:off x="7469601" y="2090767"/>
            <a:ext cx="3286221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</a:rPr>
              <a:t>班级信息、学习状态与自我定位</a:t>
            </a:r>
          </a:p>
        </p:txBody>
      </p:sp>
      <p:sp>
        <p:nvSpPr>
          <p:cNvPr id="19" name="演示研究所 SlideLab.cc">
            <a:extLst>
              <a:ext uri="{FF2B5EF4-FFF2-40B4-BE49-F238E27FC236}">
                <ns2:creationId id="{05A62A4F-194A-4C01-5C65-3F554D181D62}"/>
              </a:ext>
            </a:extLst>
          </p:cNvPr>
          <p:cNvSpPr txBox="1"/>
          <p:nvPr/>
        </p:nvSpPr>
        <p:spPr>
          <a:xfrm>
            <a:off x="7469601" y="162910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Sans Demibold" pitchFamily="2" charset="-122"/>
                <a:ea typeface="MiSans Demibold" pitchFamily="2" charset="-122"/>
              </a:rPr>
              <a:t>个人基本情况</a:t>
            </a:r>
          </a:p>
        </p:txBody>
      </p:sp>
      <p:sp>
        <p:nvSpPr>
          <p:cNvPr id="20" name="演示研究所 SlideLab.cc">
            <a:extLst>
              <a:ext uri="{FF2B5EF4-FFF2-40B4-BE49-F238E27FC236}">
                <ns2:creationId id="{90A23731-6832-2F63-82D0-395674F64782}"/>
              </a:ext>
            </a:extLst>
          </p:cNvPr>
          <p:cNvSpPr/>
          <p:nvPr/>
        </p:nvSpPr>
        <p:spPr>
          <a:xfrm>
            <a:off x="7469601" y="3231827"/>
            <a:ext cx="3286221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</a:rPr>
              <a:t>专业学习、蓝桥杯与智能车准备</a:t>
            </a:r>
          </a:p>
        </p:txBody>
      </p:sp>
      <p:sp>
        <p:nvSpPr>
          <p:cNvPr id="21" name="演示研究所 SlideLab.cc">
            <a:extLst>
              <a:ext uri="{FF2B5EF4-FFF2-40B4-BE49-F238E27FC236}">
                <ns2:creationId id="{AAF91FD0-5A61-DD62-4A1E-83B6E9AFD294}"/>
              </a:ext>
            </a:extLst>
          </p:cNvPr>
          <p:cNvSpPr txBox="1"/>
          <p:nvPr/>
        </p:nvSpPr>
        <p:spPr>
          <a:xfrm>
            <a:off x="7469601" y="277016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Sans Demibold" pitchFamily="2" charset="-122"/>
                <a:ea typeface="MiSans Demibold" pitchFamily="2" charset="-122"/>
              </a:rPr>
              <a:t>学习与科创实践</a:t>
            </a:r>
          </a:p>
        </p:txBody>
      </p:sp>
      <p:sp>
        <p:nvSpPr>
          <p:cNvPr id="22" name="演示研究所 SlideLab.cc">
            <a:extLst>
              <a:ext uri="{FF2B5EF4-FFF2-40B4-BE49-F238E27FC236}">
                <ns2:creationId id="{3960642E-36CC-D8D9-A972-B645580607FD}"/>
              </a:ext>
            </a:extLst>
          </p:cNvPr>
          <p:cNvSpPr/>
          <p:nvPr/>
        </p:nvSpPr>
        <p:spPr>
          <a:xfrm>
            <a:off x="7469601" y="4334806"/>
            <a:ext cx="3286221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实验室助理中的责任与协作</a:t>
            </a:r>
          </a:p>
        </p:txBody>
      </p:sp>
      <p:sp>
        <p:nvSpPr>
          <p:cNvPr id="23" name="演示研究所 SlideLab.cc">
            <a:extLst>
              <a:ext uri="{FF2B5EF4-FFF2-40B4-BE49-F238E27FC236}">
                <ns2:creationId id="{5A43FF60-AE2D-BC45-1579-999433143E25}"/>
              </a:ext>
            </a:extLst>
          </p:cNvPr>
          <p:cNvSpPr txBox="1"/>
          <p:nvPr/>
        </p:nvSpPr>
        <p:spPr>
          <a:xfrm>
            <a:off x="7469601" y="3873141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Sans Demibold" pitchFamily="2" charset="-122"/>
                <a:ea typeface="MiSans Demibold" pitchFamily="2" charset="-122"/>
              </a:rPr>
              <a:t>服务集体经历</a:t>
            </a:r>
          </a:p>
        </p:txBody>
      </p:sp>
      <p:sp>
        <p:nvSpPr>
          <p:cNvPr id="24" name="演示研究所 SlideLab.cc">
            <a:extLst>
              <a:ext uri="{FF2B5EF4-FFF2-40B4-BE49-F238E27FC236}">
                <ns2:creationId id="{E4B8E5F0-0FCE-9180-F2A0-498737ADDF58}"/>
              </a:ext>
            </a:extLst>
          </p:cNvPr>
          <p:cNvSpPr/>
          <p:nvPr/>
        </p:nvSpPr>
        <p:spPr>
          <a:xfrm>
            <a:off x="7469601" y="5442625"/>
            <a:ext cx="3286221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</a:rPr>
              <a:t>以更高标准要求自己、服务集体</a:t>
            </a:r>
          </a:p>
        </p:txBody>
      </p:sp>
      <p:sp>
        <p:nvSpPr>
          <p:cNvPr id="25" name="演示研究所 SlideLab.cc">
            <a:extLst>
              <a:ext uri="{FF2B5EF4-FFF2-40B4-BE49-F238E27FC236}">
                <ns2:creationId id="{84C4D5F2-1C3F-1340-59AA-3569620888E6}"/>
              </a:ext>
            </a:extLst>
          </p:cNvPr>
          <p:cNvSpPr txBox="1"/>
          <p:nvPr/>
        </p:nvSpPr>
        <p:spPr>
          <a:xfrm>
            <a:off x="7469601" y="4980960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Sans Demibold" pitchFamily="2" charset="-122"/>
                <a:ea typeface="MiSans Demibold" pitchFamily="2" charset="-122"/>
              </a:rPr>
              <a:t>入团认识与计划</a:t>
            </a:r>
          </a:p>
        </p:txBody>
      </p:sp>
      <p:pic>
        <p:nvPicPr>
          <p:cNvPr id="29" name="演示研究所 SlideLab.cc" descr="图片包含 游戏机&#10;&#10;描述已自动生成">
            <a:extLst>
              <a:ext uri="{FF2B5EF4-FFF2-40B4-BE49-F238E27FC236}">
                <ns2:creationId id="{DF654DA1-4AB8-9DFD-94A0-655CA71C5F9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ns4:imgProps>
                  <ns4:imgLayer r:embed="rId10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 flipH="1">
            <a:off x="4171627" y="1710758"/>
            <a:ext cx="1709904" cy="1200330"/>
          </a:xfrm>
          <a:prstGeom prst="rect">
            <a:avLst/>
          </a:prstGeom>
        </p:spPr>
      </p:pic>
      <p:grpSp>
        <p:nvGrpSpPr>
          <p:cNvPr id="30" name="演示研究所 SlideLab.cc">
            <a:extLst>
              <a:ext uri="{FF2B5EF4-FFF2-40B4-BE49-F238E27FC236}">
                <ns2:creationId id="{A07D792F-1E28-2AA7-3F38-5F07FF59DACF}"/>
              </a:ext>
            </a:extLst>
          </p:cNvPr>
          <p:cNvGrpSpPr/>
          <p:nvPr/>
        </p:nvGrpSpPr>
        <p:grpSpPr>
          <a:xfrm>
            <a:off x="2330622" y="4428717"/>
            <a:ext cx="1208405" cy="272415"/>
            <a:chOff x="1218164" y="3796625"/>
            <a:chExt cx="1208405" cy="272415"/>
          </a:xfrm>
        </p:grpSpPr>
        <p:sp>
          <p:nvSpPr>
            <p:cNvPr id="31" name="演示研究所 SlideLab.cc">
              <a:extLst>
                <a:ext uri="{FF2B5EF4-FFF2-40B4-BE49-F238E27FC236}">
                  <ns2:creationId id="{3F008B48-0687-F437-3B33-2CBF18C5CD2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2" name="演示研究所 SlideLab.cc">
              <a:extLst>
                <a:ext uri="{FF2B5EF4-FFF2-40B4-BE49-F238E27FC236}">
                  <ns2:creationId id="{1ED98534-47CB-8993-3E30-87FF03A2BC0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3" name="演示研究所 SlideLab.cc">
              <a:extLst>
                <a:ext uri="{FF2B5EF4-FFF2-40B4-BE49-F238E27FC236}">
                  <ns2:creationId id="{6E21179D-DB9B-9640-E6D2-B2248F96844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</p:spTree>
    <p:extLst>
      <p:ext uri="{BB962C8B-B14F-4D97-AF65-F5344CB8AC3E}">
        <p14:creationId val="947140607"/>
      </p:ext>
    </p:extLst>
  </p:cSld>
  <p:clrMapOvr>
    <a:masterClrMapping/>
  </p:clrMapOvr>
  <p:transition p14:dur="500">
    <p:fade/>
  </p:transition>
</p:sld>
</file>

<file path=ppt/slides/slide25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ns2:creationId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ns2:creationId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ns2:creationId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6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ns2:creationId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ns2:creationId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alphaModFix amt="35000"/>
            <a:extLst>
              <a:ext uri="{BEBA8EAE-BF5A-486C-A8C5-ECC9F3942E4B}">
                <ns4:imgProps>
                  <ns4:imgLayer r:embed="rId9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ns2:creationId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申请人：傅思雄｜班级：自控2401｜当前绩点：3.3/4.33。希望在学习、实践与集体服务中持续进步。</a:t>
            </a:r>
          </a:p>
        </p:txBody>
      </p:sp>
      <p:grpSp>
        <p:nvGrpSpPr>
          <p:cNvPr id="16" name="演示研究所 SlideLab.cc">
            <a:extLst>
              <a:ext uri="{FF2B5EF4-FFF2-40B4-BE49-F238E27FC236}">
                <ns2:creationId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ns2:creationId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ns2:creationId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ns2:creationId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ns2:creationId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01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ns2:creationId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ns2:creationId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alphaModFix amt="35000"/>
            <a:extLst>
              <a:ext uri="{BEBA8EAE-BF5A-486C-A8C5-ECC9F3942E4B}">
                <ns4:imgProps>
                  <ns4:imgLayer r:embed="rId9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ns2:creationId id="{C7B8AB16-AC2A-CC77-95F6-74409F3B9A5E}"/>
              </a:ext>
            </a:extLst>
          </p:cNvPr>
          <p:cNvSpPr txBox="1"/>
          <p:nvPr/>
        </p:nvSpPr>
        <p:spPr>
          <a:xfrm flipH="1">
            <a:off x="7171043" y="1934281"/>
            <a:ext cx="3545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个人基本情况</a:t>
            </a:r>
          </a:p>
        </p:txBody>
      </p:sp>
    </p:spTree>
    <p:extLst>
      <p:ext uri="{BB962C8B-B14F-4D97-AF65-F5344CB8AC3E}">
        <p14:creationId val="584607008"/>
      </p:ext>
    </p:extLst>
  </p:cSld>
  <p:clrMapOvr>
    <a:masterClrMapping/>
  </p:clrMapOvr>
  <p:transition p14:dur="500">
    <p:fade/>
  </p:transition>
</p:sld>
</file>

<file path=ppt/slides/slide26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演示研究所 SlideLab.cc" descr="免费 城市建筑 素材图片">
            <a:extLst>
              <a:ext uri="{FF2B5EF4-FFF2-40B4-BE49-F238E27FC236}">
                <ns2:creationId id="{3AE5E012-18D4-3CA6-CDCD-8ABD330ABD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ns2:creationId id="{CCC055B0-673F-A38A-D0DD-293DBE42B3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演示研究所 SlideLab.cc">
            <a:extLst>
              <a:ext uri="{FF2B5EF4-FFF2-40B4-BE49-F238E27FC236}">
                <ns2:creationId id="{D56D3DCE-7898-1AF3-CCEF-D01C6E44F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6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6" name="演示研究所 SlideLab.cc">
            <a:extLst>
              <a:ext uri="{FF2B5EF4-FFF2-40B4-BE49-F238E27FC236}">
                <ns2:creationId id="{1C67CFB4-FD33-CAE4-1CF4-A77D0856C6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7" name="演示研究所 SlideLab.cc">
            <a:extLst>
              <a:ext uri="{FF2B5EF4-FFF2-40B4-BE49-F238E27FC236}">
                <ns2:creationId id="{528C52F7-BDDD-B4B4-D2D8-D645EFD4C9EE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8" name="演示研究所 SlideLab.cc">
              <a:extLst>
                <a:ext uri="{FF2B5EF4-FFF2-40B4-BE49-F238E27FC236}">
                  <ns2:creationId id="{57BD0CA8-81AB-5667-7CFB-12B198E1BC4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9" name="演示研究所 SlideLab.cc">
              <a:extLst>
                <a:ext uri="{FF2B5EF4-FFF2-40B4-BE49-F238E27FC236}">
                  <ns2:creationId id="{223E0DEB-6271-6461-29AC-4592F673435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0" name="演示研究所 SlideLab.cc">
              <a:extLst>
                <a:ext uri="{FF2B5EF4-FFF2-40B4-BE49-F238E27FC236}">
                  <ns2:creationId id="{172DEA52-9DCF-8383-E3A4-4B0701A6B0B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1" name="演示研究所 SlideLab.cc">
            <a:extLst>
              <a:ext uri="{FF2B5EF4-FFF2-40B4-BE49-F238E27FC236}">
                <ns2:creationId id="{EABD828A-3C1B-F345-5EA2-AD157C44B996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????</a:t>
            </a:r>
          </a:p>
        </p:txBody>
      </p:sp>
      <p:sp>
        <p:nvSpPr>
          <p:cNvPr id="28" name="演示研究所 SlideLab.cc">
            <a:extLst>
              <a:ext uri="{FF2B5EF4-FFF2-40B4-BE49-F238E27FC236}">
                <ns2:creationId id="{2FAFB69F-3E8D-E34F-928B-9C15463895EB}"/>
              </a:ext>
            </a:extLst>
          </p:cNvPr>
          <p:cNvSpPr/>
          <p:nvPr/>
        </p:nvSpPr>
        <p:spPr>
          <a:xfrm>
            <a:off x="8842625" y="2507673"/>
            <a:ext cx="3349375" cy="24122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36600" dist="520700" dir="5400000" sx="82000" sy="82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6" name="演示研究所 SlideLab.cc">
            <a:extLst>
              <a:ext uri="{FF2B5EF4-FFF2-40B4-BE49-F238E27FC236}">
                <ns2:creationId id="{5B2DD2B6-4B53-EE4A-AE5C-8274A57F7058}"/>
              </a:ext>
            </a:extLst>
          </p:cNvPr>
          <p:cNvSpPr/>
          <p:nvPr/>
        </p:nvSpPr>
        <p:spPr>
          <a:xfrm>
            <a:off x="3349374" y="2509097"/>
            <a:ext cx="2587752" cy="2410824"/>
          </a:xfrm>
          <a:prstGeom prst="roundRect">
            <a:avLst>
              <a:gd name="adj" fmla="val 6085"/>
            </a:avLst>
          </a:prstGeom>
          <a:blipFill>
            <a:blip r:embed="rId8"/>
            <a:stretch>
              <a:fillRect t="-30504" b="-30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7" name="演示研究所 SlideLab.cc">
            <a:extLst>
              <a:ext uri="{FF2B5EF4-FFF2-40B4-BE49-F238E27FC236}">
                <ns2:creationId id="{3EC40F31-2BDA-BC4F-80EC-5B53C50EFC2A}"/>
              </a:ext>
            </a:extLst>
          </p:cNvPr>
          <p:cNvSpPr/>
          <p:nvPr/>
        </p:nvSpPr>
        <p:spPr>
          <a:xfrm>
            <a:off x="6254876" y="2509097"/>
            <a:ext cx="2587752" cy="2410824"/>
          </a:xfrm>
          <a:prstGeom prst="roundRect">
            <a:avLst>
              <a:gd name="adj" fmla="val 6085"/>
            </a:avLst>
          </a:prstGeom>
          <a:blipFill>
            <a:blip r:embed="rId9"/>
            <a:stretch>
              <a:fillRect t="-30504" b="-30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" name="演示研究所 SlideLab.cc">
            <a:extLst>
              <a:ext uri="{FF2B5EF4-FFF2-40B4-BE49-F238E27FC236}">
                <ns2:creationId id="{2E3B4953-CE9A-3744-AAD4-E2B0E417AE53}"/>
              </a:ext>
            </a:extLst>
          </p:cNvPr>
          <p:cNvSpPr/>
          <p:nvPr/>
        </p:nvSpPr>
        <p:spPr>
          <a:xfrm>
            <a:off x="0" y="2507673"/>
            <a:ext cx="3349375" cy="24122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36600" dist="520700" dir="5400000" sx="82000" sy="82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ns2:creationId id="{7AAAE613-4108-3448-A7EF-3B68FD0E13EE}"/>
              </a:ext>
            </a:extLst>
          </p:cNvPr>
          <p:cNvSpPr/>
          <p:nvPr/>
        </p:nvSpPr>
        <p:spPr>
          <a:xfrm>
            <a:off x="1870129" y="5338365"/>
            <a:ext cx="8451742" cy="622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?????????????????????????????????????????????</a:t>
            </a:r>
          </a:p>
        </p:txBody>
      </p:sp>
      <p:sp>
        <p:nvSpPr>
          <p:cNvPr id="20" name="演示研究所 SlideLab.cc">
            <a:extLst>
              <a:ext uri="{FF2B5EF4-FFF2-40B4-BE49-F238E27FC236}">
                <ns2:creationId id="{4BB9A184-0F91-8D41-855A-B4EC45534296}"/>
              </a:ext>
            </a:extLst>
          </p:cNvPr>
          <p:cNvSpPr/>
          <p:nvPr/>
        </p:nvSpPr>
        <p:spPr>
          <a:xfrm>
            <a:off x="4634213" y="1736936"/>
            <a:ext cx="2923570" cy="266126"/>
          </a:xfrm>
          <a:prstGeom prst="parallelogram">
            <a:avLst/>
          </a:prstGeom>
          <a:gradFill>
            <a:gsLst>
              <a:gs pos="0">
                <a:srgbClr val="F3E2D0"/>
              </a:gs>
              <a:gs pos="100000">
                <a:srgbClr val="E7D1C3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旗黑 55简" panose="00020600040101010101" pitchFamily="18" charset="-122"/>
              <a:ea typeface="汉仪旗黑 55简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ns2:creationId id="{5956952A-A97E-C548-9DC3-FBEC46893DB6}"/>
              </a:ext>
            </a:extLst>
          </p:cNvPr>
          <p:cNvSpPr txBox="1"/>
          <p:nvPr/>
        </p:nvSpPr>
        <p:spPr>
          <a:xfrm>
            <a:off x="4811031" y="1044983"/>
            <a:ext cx="25699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gradFill flip="none" rotWithShape="1">
                  <a:gsLst>
                    <a:gs pos="87000">
                      <a:schemeClr val="accent1"/>
                    </a:gs>
                    <a:gs pos="0">
                      <a:srgbClr val="FF5A03"/>
                    </a:gs>
                  </a:gsLst>
                  <a:lin ang="2700000" scaled="1"/>
                  <a:tileRect/>
                </a:gradFill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</a:lstStyle>
          <a:p>
            <a:pPr algn="ctr"/>
            <a:r>
              <a:rPr lang="zh-CN" altLang="en-US" spc="300" dirty="0"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????</a:t>
            </a:r>
          </a:p>
          <a:p>
            <a:pPr algn="ctr"/>
            <a:r>
              <a:rPr lang="zh-CN" altLang="en-US" spc="300" dirty="0"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????</a:t>
            </a:r>
          </a:p>
        </p:txBody>
      </p:sp>
      <p:sp>
        <p:nvSpPr>
          <p:cNvPr id="22" name="演示研究所 SlideLab.cc">
            <a:extLst>
              <a:ext uri="{FF2B5EF4-FFF2-40B4-BE49-F238E27FC236}">
                <ns2:creationId id="{CE393474-6514-464E-9895-B78A177FDF23}"/>
              </a:ext>
            </a:extLst>
          </p:cNvPr>
          <p:cNvSpPr/>
          <p:nvPr/>
        </p:nvSpPr>
        <p:spPr>
          <a:xfrm>
            <a:off x="510064" y="2926117"/>
            <a:ext cx="24339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en Sans" pitchFamily="34" charset="0"/>
                <a:sym typeface="汉仪旗黑 55简" panose="00020600040101010101" pitchFamily="18" charset="-122"/>
              </a:rPr>
              <a:t>????</a:t>
            </a:r>
            <a:endParaRPr kumimoji="0" lang="zh-CN" altLang="en-US" sz="2400" b="1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ns2:creationId id="{82225541-2224-1341-B7F2-E377BF794436}"/>
              </a:ext>
            </a:extLst>
          </p:cNvPr>
          <p:cNvSpPr/>
          <p:nvPr/>
        </p:nvSpPr>
        <p:spPr>
          <a:xfrm>
            <a:off x="510064" y="3429347"/>
            <a:ext cx="2587752" cy="895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??2401??????3.3/4.33???????????????</a:t>
            </a:r>
          </a:p>
        </p:txBody>
      </p:sp>
      <p:sp>
        <p:nvSpPr>
          <p:cNvPr id="24" name="演示研究所 SlideLab.cc">
            <a:extLst>
              <a:ext uri="{FF2B5EF4-FFF2-40B4-BE49-F238E27FC236}">
                <ns2:creationId id="{55B227C1-DCF4-B54B-BEA6-CEA66544FF0E}"/>
              </a:ext>
            </a:extLst>
          </p:cNvPr>
          <p:cNvSpPr/>
          <p:nvPr/>
        </p:nvSpPr>
        <p:spPr>
          <a:xfrm>
            <a:off x="9223436" y="2926117"/>
            <a:ext cx="24339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en Sans" pitchFamily="34" charset="0"/>
                <a:sym typeface="汉仪旗黑 55简" panose="00020600040101010101" pitchFamily="18" charset="-122"/>
              </a:rPr>
              <a:t>????</a:t>
            </a:r>
            <a:endParaRPr kumimoji="0" lang="zh-CN" altLang="en-US" sz="2400" b="1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ns2:creationId id="{323394B0-04A5-A946-8C14-340141F0CAD1}"/>
              </a:ext>
            </a:extLst>
          </p:cNvPr>
          <p:cNvSpPr/>
          <p:nvPr/>
        </p:nvSpPr>
        <p:spPr>
          <a:xfrm>
            <a:off x="9223436" y="3429347"/>
            <a:ext cx="2587752" cy="895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????????????????????????????</a:t>
            </a:r>
          </a:p>
        </p:txBody>
      </p:sp>
    </p:spTree>
    <p:extLst>
      <p:ext uri="{BB962C8B-B14F-4D97-AF65-F5344CB8AC3E}">
        <p14:creationId val="2756978461"/>
      </p:ext>
    </p:extLst>
  </p:cSld>
  <p:clrMapOvr>
    <a:masterClrMapping/>
  </p:clrMapOvr>
  <p:transition p14:dur="500">
    <p:fade/>
  </p:transition>
</p:sld>
</file>

<file path=ppt/slides/slide27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ns2:creationId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ns2:creationId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ns2:creationId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6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ns2:creationId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ns2:creationId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alphaModFix amt="35000"/>
            <a:extLst>
              <a:ext uri="{BEBA8EAE-BF5A-486C-A8C5-ECC9F3942E4B}">
                <ns4:imgProps>
                  <ns4:imgLayer r:embed="rId9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ns2:creationId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????????????????????????????????????</a:t>
            </a:r>
          </a:p>
        </p:txBody>
      </p:sp>
      <p:grpSp>
        <p:nvGrpSpPr>
          <p:cNvPr id="16" name="演示研究所 SlideLab.cc">
            <a:extLst>
              <a:ext uri="{FF2B5EF4-FFF2-40B4-BE49-F238E27FC236}">
                <ns2:creationId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ns2:creationId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ns2:creationId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ns2:creationId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ns2:creationId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02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ns2:creationId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ns2:creationId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alphaModFix amt="35000"/>
            <a:extLst>
              <a:ext uri="{BEBA8EAE-BF5A-486C-A8C5-ECC9F3942E4B}">
                <ns4:imgProps>
                  <ns4:imgLayer r:embed="rId9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ns2:creationId id="{C7B8AB16-AC2A-CC77-95F6-74409F3B9A5E}"/>
              </a:ext>
            </a:extLst>
          </p:cNvPr>
          <p:cNvSpPr txBox="1"/>
          <p:nvPr/>
        </p:nvSpPr>
        <p:spPr>
          <a:xfrm flipH="1">
            <a:off x="7171043" y="1934281"/>
            <a:ext cx="3545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学习与科创实践</a:t>
            </a:r>
          </a:p>
        </p:txBody>
      </p:sp>
    </p:spTree>
    <p:extLst>
      <p:ext uri="{BB962C8B-B14F-4D97-AF65-F5344CB8AC3E}">
        <p14:creationId val="4253600728"/>
      </p:ext>
    </p:extLst>
  </p:cSld>
  <p:clrMapOvr>
    <a:masterClrMapping/>
  </p:clrMapOvr>
  <p:transition p14:dur="500">
    <p:fade/>
  </p:transition>
</p:sld>
</file>

<file path=ppt/slides/slide28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演示研究所 SlideLab.cc" descr="免费 城市建筑 素材图片">
            <a:extLst>
              <a:ext uri="{FF2B5EF4-FFF2-40B4-BE49-F238E27FC236}">
                <ns2:creationId id="{2C5740F3-F992-F230-2C77-FF30520A8B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33" name="演示研究所 SlideLab.cc">
            <a:extLst>
              <a:ext uri="{FF2B5EF4-FFF2-40B4-BE49-F238E27FC236}">
                <ns2:creationId id="{6892A866-3506-8FB3-8EB4-6E4E886C53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4" name="演示研究所 SlideLab.cc">
            <a:extLst>
              <a:ext uri="{FF2B5EF4-FFF2-40B4-BE49-F238E27FC236}">
                <ns2:creationId id="{129FC7A5-35A3-6FE0-F9A8-66ABB398A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6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35" name="演示研究所 SlideLab.cc">
            <a:extLst>
              <a:ext uri="{FF2B5EF4-FFF2-40B4-BE49-F238E27FC236}">
                <ns2:creationId id="{BA3919DC-6B1F-4E2A-5D83-D6912B5BD4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ns2:creationId id="{3EAED0BF-8B3E-1DAD-E305-CB02DFEFA4B6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37" name="演示研究所 SlideLab.cc">
              <a:extLst>
                <a:ext uri="{FF2B5EF4-FFF2-40B4-BE49-F238E27FC236}">
                  <ns2:creationId id="{97BEB24C-E753-C2E3-C7EE-DF309FC09BB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ns2:creationId id="{4BDD1C12-B1F0-F0F2-9B9E-7EAECA17D38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9" name="演示研究所 SlideLab.cc">
              <a:extLst>
                <a:ext uri="{FF2B5EF4-FFF2-40B4-BE49-F238E27FC236}">
                  <ns2:creationId id="{3D4900B5-A84E-403D-6729-BFFFAEC0195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40" name="演示研究所 SlideLab.cc">
            <a:extLst>
              <a:ext uri="{FF2B5EF4-FFF2-40B4-BE49-F238E27FC236}">
                <ns2:creationId id="{A7E8EDB9-70AB-8D0E-BAFD-5D5557A1E13C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实践成长路径</a:t>
            </a:r>
          </a:p>
        </p:txBody>
      </p:sp>
      <p:sp>
        <p:nvSpPr>
          <p:cNvPr id="28" name="演示研究所 SlideLab.cc">
            <a:extLst>
              <a:ext uri="{FF2B5EF4-FFF2-40B4-BE49-F238E27FC236}">
                <ns2:creationId id="{20F20077-70F4-D04E-8A39-577A4945B7A8}"/>
              </a:ext>
            </a:extLst>
          </p:cNvPr>
          <p:cNvSpPr/>
          <p:nvPr/>
        </p:nvSpPr>
        <p:spPr>
          <a:xfrm rot="5400000">
            <a:off x="2281199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9" name="演示研究所 SlideLab.cc">
            <a:extLst>
              <a:ext uri="{FF2B5EF4-FFF2-40B4-BE49-F238E27FC236}">
                <ns2:creationId id="{F1D04A15-3994-F14A-97E1-991EA10778FD}"/>
              </a:ext>
            </a:extLst>
          </p:cNvPr>
          <p:cNvSpPr/>
          <p:nvPr/>
        </p:nvSpPr>
        <p:spPr>
          <a:xfrm rot="5400000">
            <a:off x="5258930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0" name="演示研究所 SlideLab.cc">
            <a:extLst>
              <a:ext uri="{FF2B5EF4-FFF2-40B4-BE49-F238E27FC236}">
                <ns2:creationId id="{C286BE16-5B7A-E749-979F-C60FD1F64290}"/>
              </a:ext>
            </a:extLst>
          </p:cNvPr>
          <p:cNvSpPr/>
          <p:nvPr/>
        </p:nvSpPr>
        <p:spPr>
          <a:xfrm rot="5400000">
            <a:off x="8218948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1" name="演示研究所 SlideLab.cc">
            <a:extLst>
              <a:ext uri="{FF2B5EF4-FFF2-40B4-BE49-F238E27FC236}">
                <ns2:creationId id="{DAD26C8C-24F7-D549-AA0B-32473F1882BB}"/>
              </a:ext>
            </a:extLst>
          </p:cNvPr>
          <p:cNvSpPr/>
          <p:nvPr/>
        </p:nvSpPr>
        <p:spPr>
          <a:xfrm rot="5400000">
            <a:off x="3752352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2" name="演示研究所 SlideLab.cc">
            <a:extLst>
              <a:ext uri="{FF2B5EF4-FFF2-40B4-BE49-F238E27FC236}">
                <ns2:creationId id="{1B9ECEF5-72DC-2A45-8B56-3A515D9F8D7F}"/>
              </a:ext>
            </a:extLst>
          </p:cNvPr>
          <p:cNvSpPr/>
          <p:nvPr/>
        </p:nvSpPr>
        <p:spPr>
          <a:xfrm rot="5400000">
            <a:off x="6710068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" name="演示研究所 SlideLab.cc">
            <a:extLst>
              <a:ext uri="{FF2B5EF4-FFF2-40B4-BE49-F238E27FC236}">
                <ns2:creationId id="{8B7D85F3-C607-4B22-A37D-C9B96D45931C}"/>
              </a:ext>
            </a:extLst>
          </p:cNvPr>
          <p:cNvSpPr/>
          <p:nvPr/>
        </p:nvSpPr>
        <p:spPr>
          <a:xfrm>
            <a:off x="7975889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ns2:creationId id="{C870577E-5DB6-4EEA-B275-AB00CEC50090}"/>
              </a:ext>
            </a:extLst>
          </p:cNvPr>
          <p:cNvSpPr/>
          <p:nvPr/>
        </p:nvSpPr>
        <p:spPr>
          <a:xfrm rot="10800000">
            <a:off x="6487024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ns2:creationId id="{7579A3C2-AE32-4ACF-A0C0-1793F97E7E69}"/>
              </a:ext>
            </a:extLst>
          </p:cNvPr>
          <p:cNvSpPr/>
          <p:nvPr/>
        </p:nvSpPr>
        <p:spPr>
          <a:xfrm>
            <a:off x="4998158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5" name="演示研究所 SlideLab.cc">
            <a:extLst>
              <a:ext uri="{FF2B5EF4-FFF2-40B4-BE49-F238E27FC236}">
                <ns2:creationId id="{3C4CF213-F897-4F0E-9EB4-A2AE62BF0EC1}"/>
              </a:ext>
            </a:extLst>
          </p:cNvPr>
          <p:cNvSpPr/>
          <p:nvPr/>
        </p:nvSpPr>
        <p:spPr>
          <a:xfrm rot="10800000">
            <a:off x="3509296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ns2:creationId id="{F1057F1D-BBB4-4872-966C-B61162053E34}"/>
              </a:ext>
            </a:extLst>
          </p:cNvPr>
          <p:cNvSpPr/>
          <p:nvPr/>
        </p:nvSpPr>
        <p:spPr>
          <a:xfrm>
            <a:off x="2020431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7" name="演示研究所 SlideLab.cc">
            <a:extLst>
              <a:ext uri="{FF2B5EF4-FFF2-40B4-BE49-F238E27FC236}">
                <ns2:creationId id="{AE6DEF97-14B3-4E2A-B2B5-13A409EA64DA}"/>
              </a:ext>
            </a:extLst>
          </p:cNvPr>
          <p:cNvSpPr/>
          <p:nvPr/>
        </p:nvSpPr>
        <p:spPr>
          <a:xfrm>
            <a:off x="2662483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ns2:creationId id="{E8B3B471-261C-468C-AE4C-C4A976EDF225}"/>
              </a:ext>
            </a:extLst>
          </p:cNvPr>
          <p:cNvSpPr/>
          <p:nvPr/>
        </p:nvSpPr>
        <p:spPr>
          <a:xfrm>
            <a:off x="4151347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ns4:hiddenLine w="9525">
                <a:solidFill>
                  <a:srgbClr val="000000"/>
                </a:solidFill>
                <a:round/>
              </ns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prstClr val="black"/>
              </a:solidFill>
              <a:latin typeface="汉仪旗黑-55简" panose="00020600040101010101" charset="-128"/>
              <a:ea typeface="汉仪旗黑-55简" panose="00020600040101010101" charset="-128"/>
              <a:sym typeface="汉仪旗黑 55简" panose="00020600040101010101" pitchFamily="18" charset="-122"/>
            </a:endParaRPr>
          </a:p>
        </p:txBody>
      </p:sp>
      <p:sp>
        <p:nvSpPr>
          <p:cNvPr id="9" name="演示研究所 SlideLab.cc">
            <a:extLst>
              <a:ext uri="{FF2B5EF4-FFF2-40B4-BE49-F238E27FC236}">
                <ns2:creationId id="{9F7D2450-A4FB-4971-A9E9-1BB65F1144BD}"/>
              </a:ext>
            </a:extLst>
          </p:cNvPr>
          <p:cNvSpPr/>
          <p:nvPr/>
        </p:nvSpPr>
        <p:spPr>
          <a:xfrm>
            <a:off x="5640210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0" name="演示研究所 SlideLab.cc">
            <a:extLst>
              <a:ext uri="{FF2B5EF4-FFF2-40B4-BE49-F238E27FC236}">
                <ns2:creationId id="{66DF0B82-FE21-42D5-B7A5-4E87710F6170}"/>
              </a:ext>
            </a:extLst>
          </p:cNvPr>
          <p:cNvSpPr/>
          <p:nvPr/>
        </p:nvSpPr>
        <p:spPr>
          <a:xfrm>
            <a:off x="7129076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18872" rIns="0" bIns="0" rtlCol="0" anchor="ctr"/>
          <a:lstStyle/>
          <a:p>
            <a:pPr algn="ctr"/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ns2:creationId id="{32F3834F-5524-4789-9774-D5F2C718E83A}"/>
              </a:ext>
            </a:extLst>
          </p:cNvPr>
          <p:cNvSpPr/>
          <p:nvPr/>
        </p:nvSpPr>
        <p:spPr>
          <a:xfrm>
            <a:off x="8617941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2" name="演示研究所 SlideLab.cc">
            <a:extLst>
              <a:ext uri="{FF2B5EF4-FFF2-40B4-BE49-F238E27FC236}">
                <ns2:creationId id="{F9C1E924-16A9-489A-8266-52663261FB1C}"/>
              </a:ext>
            </a:extLst>
          </p:cNvPr>
          <p:cNvSpPr txBox="1"/>
          <p:nvPr/>
        </p:nvSpPr>
        <p:spPr>
          <a:xfrm>
            <a:off x="2838386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01</a:t>
            </a:r>
          </a:p>
        </p:txBody>
      </p:sp>
      <p:sp>
        <p:nvSpPr>
          <p:cNvPr id="13" name="演示研究所 SlideLab.cc">
            <a:extLst>
              <a:ext uri="{FF2B5EF4-FFF2-40B4-BE49-F238E27FC236}">
                <ns2:creationId id="{8046B59A-79DB-45B2-862D-13CE5E63323E}"/>
              </a:ext>
            </a:extLst>
          </p:cNvPr>
          <p:cNvSpPr txBox="1"/>
          <p:nvPr/>
        </p:nvSpPr>
        <p:spPr>
          <a:xfrm>
            <a:off x="4327250" y="5363095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02</a:t>
            </a:r>
          </a:p>
        </p:txBody>
      </p:sp>
      <p:sp>
        <p:nvSpPr>
          <p:cNvPr id="14" name="演示研究所 SlideLab.cc">
            <a:extLst>
              <a:ext uri="{FF2B5EF4-FFF2-40B4-BE49-F238E27FC236}">
                <ns2:creationId id="{D0FD642E-DECD-4F53-BDF6-92916477A4DB}"/>
              </a:ext>
            </a:extLst>
          </p:cNvPr>
          <p:cNvSpPr txBox="1"/>
          <p:nvPr/>
        </p:nvSpPr>
        <p:spPr>
          <a:xfrm>
            <a:off x="5802187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03</a:t>
            </a:r>
          </a:p>
        </p:txBody>
      </p:sp>
      <p:sp>
        <p:nvSpPr>
          <p:cNvPr id="15" name="演示研究所 SlideLab.cc">
            <a:extLst>
              <a:ext uri="{FF2B5EF4-FFF2-40B4-BE49-F238E27FC236}">
                <ns2:creationId id="{589E2A55-71F9-4D50-AEED-01DB0830BDD0}"/>
              </a:ext>
            </a:extLst>
          </p:cNvPr>
          <p:cNvSpPr txBox="1"/>
          <p:nvPr/>
        </p:nvSpPr>
        <p:spPr>
          <a:xfrm>
            <a:off x="7291051" y="5363095"/>
            <a:ext cx="559769" cy="461665"/>
          </a:xfrm>
          <a:prstGeom prst="rect">
            <a:avLst/>
          </a:prstGeom>
          <a:noFill/>
          <a:extLst>
            <a:ext uri="{91240B29-F687-4F45-9708-019B960494DF}">
              <ns4:hiddenLine w="9525">
                <a:solidFill>
                  <a:srgbClr val="000000"/>
                </a:solidFill>
                <a:round/>
              </ns4:hiddenLine>
            </a:ext>
          </a:extLst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04</a:t>
            </a:r>
          </a:p>
        </p:txBody>
      </p:sp>
      <p:sp>
        <p:nvSpPr>
          <p:cNvPr id="16" name="演示研究所 SlideLab.cc">
            <a:extLst>
              <a:ext uri="{FF2B5EF4-FFF2-40B4-BE49-F238E27FC236}">
                <ns2:creationId id="{32B154F0-D189-4584-B455-0A759BE20A15}"/>
              </a:ext>
            </a:extLst>
          </p:cNvPr>
          <p:cNvSpPr txBox="1"/>
          <p:nvPr/>
        </p:nvSpPr>
        <p:spPr>
          <a:xfrm>
            <a:off x="8793845" y="1520757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05</a:t>
            </a:r>
          </a:p>
        </p:txBody>
      </p:sp>
      <p:sp>
        <p:nvSpPr>
          <p:cNvPr id="17" name="演示研究所 SlideLab.cc">
            <a:extLst>
              <a:ext uri="{FF2B5EF4-FFF2-40B4-BE49-F238E27FC236}">
                <ns2:creationId id="{0C679D9E-563F-49AE-8BB0-3FBCA8470D01}"/>
              </a:ext>
            </a:extLst>
          </p:cNvPr>
          <p:cNvSpPr/>
          <p:nvPr/>
        </p:nvSpPr>
        <p:spPr>
          <a:xfrm>
            <a:off x="2445640" y="2809184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??????????????</a:t>
            </a:r>
          </a:p>
        </p:txBody>
      </p:sp>
      <p:sp>
        <p:nvSpPr>
          <p:cNvPr id="18" name="演示研究所 SlideLab.cc">
            <a:extLst>
              <a:ext uri="{FF2B5EF4-FFF2-40B4-BE49-F238E27FC236}">
                <ns2:creationId id="{F52ACAF1-803F-4D9A-84CE-78022406A2E5}"/>
              </a:ext>
            </a:extLst>
          </p:cNvPr>
          <p:cNvSpPr/>
          <p:nvPr/>
        </p:nvSpPr>
        <p:spPr>
          <a:xfrm>
            <a:off x="2501899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专业学习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19" name="演示研究所 SlideLab.cc">
            <a:extLst>
              <a:ext uri="{FF2B5EF4-FFF2-40B4-BE49-F238E27FC236}">
                <ns2:creationId id="{403AC746-E9B5-4B04-AB69-FA287B177093}"/>
              </a:ext>
            </a:extLst>
          </p:cNvPr>
          <p:cNvSpPr/>
          <p:nvPr/>
        </p:nvSpPr>
        <p:spPr>
          <a:xfrm>
            <a:off x="5406103" y="2809184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获省级一等奖，等待国赛结果。</a:t>
            </a:r>
          </a:p>
        </p:txBody>
      </p:sp>
      <p:sp>
        <p:nvSpPr>
          <p:cNvPr id="20" name="演示研究所 SlideLab.cc">
            <a:extLst>
              <a:ext uri="{FF2B5EF4-FFF2-40B4-BE49-F238E27FC236}">
                <ns2:creationId id="{6222DBAD-EBE6-4B26-AC5E-D4532F7F84B7}"/>
              </a:ext>
            </a:extLst>
          </p:cNvPr>
          <p:cNvSpPr/>
          <p:nvPr/>
        </p:nvSpPr>
        <p:spPr>
          <a:xfrm>
            <a:off x="5419498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蓝桥杯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ns2:creationId id="{5B4524A4-2002-45A0-A1C2-7D62A0F0C316}"/>
              </a:ext>
            </a:extLst>
          </p:cNvPr>
          <p:cNvSpPr/>
          <p:nvPr/>
        </p:nvSpPr>
        <p:spPr>
          <a:xfrm>
            <a:off x="8401100" y="2809184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??????????????</a:t>
            </a:r>
          </a:p>
        </p:txBody>
      </p:sp>
      <p:sp>
        <p:nvSpPr>
          <p:cNvPr id="22" name="演示研究所 SlideLab.cc">
            <a:extLst>
              <a:ext uri="{FF2B5EF4-FFF2-40B4-BE49-F238E27FC236}">
                <ns2:creationId id="{6AE63D1A-71A8-471B-9A13-43646803124E}"/>
              </a:ext>
            </a:extLst>
          </p:cNvPr>
          <p:cNvSpPr/>
          <p:nvPr/>
        </p:nvSpPr>
        <p:spPr>
          <a:xfrm>
            <a:off x="8401100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智能车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ns2:creationId id="{8C9C7181-EC86-482F-A2BF-07743DEA9495}"/>
              </a:ext>
            </a:extLst>
          </p:cNvPr>
          <p:cNvSpPr/>
          <p:nvPr/>
        </p:nvSpPr>
        <p:spPr>
          <a:xfrm>
            <a:off x="6911854" y="4402445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协助整理、调试、维护日常事务。</a:t>
            </a:r>
          </a:p>
        </p:txBody>
      </p:sp>
      <p:sp>
        <p:nvSpPr>
          <p:cNvPr id="24" name="演示研究所 SlideLab.cc">
            <a:extLst>
              <a:ext uri="{FF2B5EF4-FFF2-40B4-BE49-F238E27FC236}">
                <ns2:creationId id="{0D99C2C2-00CC-4147-9B7D-A7B9602EB24F}"/>
              </a:ext>
            </a:extLst>
          </p:cNvPr>
          <p:cNvSpPr/>
          <p:nvPr/>
        </p:nvSpPr>
        <p:spPr>
          <a:xfrm>
            <a:off x="6968113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实验助理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ns2:creationId id="{A8167B2B-F19F-4929-8DE9-07FC8379DFE3}"/>
              </a:ext>
            </a:extLst>
          </p:cNvPr>
          <p:cNvSpPr/>
          <p:nvPr/>
        </p:nvSpPr>
        <p:spPr>
          <a:xfrm>
            <a:off x="3923843" y="4402445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?????????????</a:t>
            </a:r>
          </a:p>
        </p:txBody>
      </p:sp>
      <p:sp>
        <p:nvSpPr>
          <p:cNvPr id="26" name="演示研究所 SlideLab.cc">
            <a:extLst>
              <a:ext uri="{FF2B5EF4-FFF2-40B4-BE49-F238E27FC236}">
                <ns2:creationId id="{FB6E7662-9471-4AC5-94D2-3FF99D260E76}"/>
              </a:ext>
            </a:extLst>
          </p:cNvPr>
          <p:cNvSpPr/>
          <p:nvPr/>
        </p:nvSpPr>
        <p:spPr>
          <a:xfrm>
            <a:off x="3980102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服务集体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</p:spTree>
    <p:extLst>
      <p:ext uri="{BB962C8B-B14F-4D97-AF65-F5344CB8AC3E}">
        <p14:creationId val="1866612912"/>
      </p:ext>
    </p:extLst>
  </p:cSld>
  <p:clrMapOvr>
    <a:masterClrMapping/>
  </p:clrMapOvr>
  <p:transition p14:dur="500">
    <p:fade/>
  </p:transition>
</p:sld>
</file>

<file path=ppt/slides/slide29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演示研究所 SlideLab.cc" descr="免费 城市建筑 素材图片">
            <a:extLst>
              <a:ext uri="{FF2B5EF4-FFF2-40B4-BE49-F238E27FC236}">
                <ns2:creationId id="{29D1E50A-460A-E77D-FB07-FB5D6707BA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3" name="演示研究所 SlideLab.cc">
            <a:extLst>
              <a:ext uri="{FF2B5EF4-FFF2-40B4-BE49-F238E27FC236}">
                <ns2:creationId id="{97399092-36F9-5A58-26A0-9BC5164FF3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演示研究所 SlideLab.cc">
            <a:extLst>
              <a:ext uri="{FF2B5EF4-FFF2-40B4-BE49-F238E27FC236}">
                <ns2:creationId id="{1AB4A514-7319-4D1B-2D2A-18A916BF1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6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7" name="演示研究所 SlideLab.cc">
            <a:extLst>
              <a:ext uri="{FF2B5EF4-FFF2-40B4-BE49-F238E27FC236}">
                <ns2:creationId id="{F7BA9BEF-6D7A-3E3D-1EA5-C8AC817740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8" name="演示研究所 SlideLab.cc">
            <a:extLst>
              <a:ext uri="{FF2B5EF4-FFF2-40B4-BE49-F238E27FC236}">
                <ns2:creationId id="{FA303262-C5FE-F359-6187-E7F8CE2710F5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9" name="演示研究所 SlideLab.cc">
              <a:extLst>
                <a:ext uri="{FF2B5EF4-FFF2-40B4-BE49-F238E27FC236}">
                  <ns2:creationId id="{B8D179F4-4DEE-2801-DB17-48859DAE9CE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0" name="演示研究所 SlideLab.cc">
              <a:extLst>
                <a:ext uri="{FF2B5EF4-FFF2-40B4-BE49-F238E27FC236}">
                  <ns2:creationId id="{E09137D6-711C-F1E0-CA3E-6094C8E7782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2" name="演示研究所 SlideLab.cc">
              <a:extLst>
                <a:ext uri="{FF2B5EF4-FFF2-40B4-BE49-F238E27FC236}">
                  <ns2:creationId id="{9818F3E8-7CB4-497C-5810-730C9C8B9F1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3" name="演示研究所 SlideLab.cc">
            <a:extLst>
              <a:ext uri="{FF2B5EF4-FFF2-40B4-BE49-F238E27FC236}">
                <ns2:creationId id="{3C918865-A2F0-9A6E-E3CA-D6DCC1011DD8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???????</a:t>
            </a:r>
          </a:p>
        </p:txBody>
      </p:sp>
      <p:sp>
        <p:nvSpPr>
          <p:cNvPr id="4" name="演示研究所 SlideLab.cc">
            <a:extLst>
              <a:ext uri="{FF2B5EF4-FFF2-40B4-BE49-F238E27FC236}">
                <ns2:creationId id="{75F1840C-5AD0-4BC8-AF60-A42A01FB16B3}"/>
              </a:ext>
            </a:extLst>
          </p:cNvPr>
          <p:cNvSpPr/>
          <p:nvPr/>
        </p:nvSpPr>
        <p:spPr>
          <a:xfrm>
            <a:off x="1325465" y="910251"/>
            <a:ext cx="10866534" cy="2725616"/>
          </a:xfrm>
          <a:custGeom>
            <a:avLst/>
            <a:gdLst/>
            <a:ahLst/>
            <a:cxnLst/>
            <a:rect l="l" t="t" r="r" b="b"/>
            <a:pathLst>
              <a:path w="5786845" h="4284617" extrusionOk="0">
                <a:moveTo>
                  <a:pt x="0" y="0"/>
                </a:moveTo>
                <a:lnTo>
                  <a:pt x="5786845" y="0"/>
                </a:lnTo>
                <a:lnTo>
                  <a:pt x="5786845" y="4284617"/>
                </a:lnTo>
                <a:lnTo>
                  <a:pt x="0" y="4284617"/>
                </a:lnTo>
                <a:close/>
              </a:path>
            </a:pathLst>
          </a:custGeom>
          <a:blipFill>
            <a:blip r:embed="rId8"/>
            <a:stretch>
              <a:fillRect t="-62129" b="-62129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ns2:creationId id="{DA296D86-ACFC-4F96-BBA7-69113B75BDAF}"/>
              </a:ext>
            </a:extLst>
          </p:cNvPr>
          <p:cNvSpPr/>
          <p:nvPr/>
        </p:nvSpPr>
        <p:spPr>
          <a:xfrm>
            <a:off x="561466" y="1975176"/>
            <a:ext cx="2910397" cy="69658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68300" dist="127000" dir="24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ns2:creationId id="{94C44188-F82E-44E8-B865-96680CCC8811}"/>
              </a:ext>
            </a:extLst>
          </p:cNvPr>
          <p:cNvSpPr txBox="1"/>
          <p:nvPr/>
        </p:nvSpPr>
        <p:spPr>
          <a:xfrm>
            <a:off x="1743076" y="4374153"/>
            <a:ext cx="4620412" cy="89971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r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???????????????????????????????????????????????????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ns2:creationId id="{797C4D2C-71F6-B84F-81FC-69C7B70B26F6}"/>
              </a:ext>
            </a:extLst>
          </p:cNvPr>
          <p:cNvSpPr txBox="1"/>
          <p:nvPr/>
        </p:nvSpPr>
        <p:spPr>
          <a:xfrm>
            <a:off x="7095093" y="4459091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汉仪旗黑 55简" panose="00020600040101010101" pitchFamily="18" charset="-122"/>
              </a:rPr>
              <a:t>????</a:t>
            </a:r>
            <a:endParaRPr lang="en-US" altLang="zh-CN" sz="3600" dirty="0"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sym typeface="汉仪旗黑 55简" panose="00020600040101010101" pitchFamily="18" charset="-122"/>
            </a:endParaRPr>
          </a:p>
          <a:p>
            <a:pPr algn="l"/>
            <a:r>
              <a:rPr lang="zh-CN" altLang="en-US" sz="36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汉仪旗黑 55简" panose="00020600040101010101" pitchFamily="18" charset="-122"/>
              </a:rPr>
              <a:t>????</a:t>
            </a:r>
          </a:p>
        </p:txBody>
      </p:sp>
      <p:sp>
        <p:nvSpPr>
          <p:cNvPr id="15" name="演示研究所 SlideLab.cc">
            <a:extLst>
              <a:ext uri="{FF2B5EF4-FFF2-40B4-BE49-F238E27FC236}">
                <ns2:creationId id="{3E98455F-54BC-5843-82D1-F078DBF8E65E}"/>
              </a:ext>
            </a:extLst>
          </p:cNvPr>
          <p:cNvSpPr/>
          <p:nvPr/>
        </p:nvSpPr>
        <p:spPr>
          <a:xfrm>
            <a:off x="5095127" y="5438380"/>
            <a:ext cx="1268361" cy="442080"/>
          </a:xfrm>
          <a:prstGeom prst="rect">
            <a:avLst/>
          </a:prstGeom>
          <a:noFill/>
          <a:ln w="12700" cap="flat" cmpd="sng">
            <a:solidFill>
              <a:srgbClr val="F5E4D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dirty="0">
                <a:ln w="38100">
                  <a:noFill/>
                </a:ln>
                <a:gradFill>
                  <a:gsLst>
                    <a:gs pos="30000">
                      <a:srgbClr val="E74100"/>
                    </a:gs>
                    <a:gs pos="100000">
                      <a:srgbClr val="A80000"/>
                    </a:gs>
                  </a:gsLst>
                  <a:lin ang="54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???</a:t>
            </a:r>
          </a:p>
        </p:txBody>
      </p:sp>
      <p:sp>
        <p:nvSpPr>
          <p:cNvPr id="16" name="演示研究所 SlideLab.cc">
            <a:extLst>
              <a:ext uri="{FF2B5EF4-FFF2-40B4-BE49-F238E27FC236}">
                <ns2:creationId id="{0936A403-EDAE-3940-917E-8FB8CC52D725}"/>
              </a:ext>
            </a:extLst>
          </p:cNvPr>
          <p:cNvSpPr txBox="1"/>
          <p:nvPr/>
        </p:nvSpPr>
        <p:spPr>
          <a:xfrm>
            <a:off x="907178" y="2092636"/>
            <a:ext cx="2218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>
              <a:defRPr sz="2400">
                <a:gradFill flip="none" rotWithShape="1">
                  <a:gsLst>
                    <a:gs pos="87000">
                      <a:schemeClr val="accent1"/>
                    </a:gs>
                    <a:gs pos="0">
                      <a:srgbClr val="FF5A03"/>
                    </a:gs>
                  </a:gsLst>
                  <a:lin ang="2700000" scaled="1"/>
                  <a:tileRect/>
                </a:gradFill>
                <a:latin typeface="+mj-ea"/>
                <a:ea typeface="+mj-ea"/>
              </a:defRPr>
            </a:lvl1pPr>
          </a:lstStyle>
          <a:p>
            <a:pPr algn="dist"/>
            <a:r>
              <a:rPr lang="zh-CN" altLang="en-US" dirty="0">
                <a:solidFill>
                  <a:srgbClr val="F5E4D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????</a:t>
            </a:r>
          </a:p>
        </p:txBody>
      </p:sp>
    </p:spTree>
    <p:extLst>
      <p:ext uri="{BB962C8B-B14F-4D97-AF65-F5344CB8AC3E}">
        <p14:creationId val="1452613775"/>
      </p:ext>
    </p:extLst>
  </p:cSld>
  <p:clrMapOvr>
    <a:masterClrMapping/>
  </p:clrMapOvr>
  <p:transition p14:dur="500">
    <p:fade/>
  </p:transition>
</p:sld>
</file>

<file path=ppt/slides/slide30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演示研究所 SlideLab.cc" descr="免费 城市建筑 素材图片">
            <a:extLst>
              <a:ext uri="{FF2B5EF4-FFF2-40B4-BE49-F238E27FC236}">
                <ns2:creationId id="{462103BA-9914-5766-F84A-3E3E035711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8" name="演示研究所 SlideLab.cc">
            <a:extLst>
              <a:ext uri="{FF2B5EF4-FFF2-40B4-BE49-F238E27FC236}">
                <ns2:creationId id="{7BD0558A-6F30-DE73-6354-00159A2DFE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演示研究所 SlideLab.cc">
            <a:extLst>
              <a:ext uri="{FF2B5EF4-FFF2-40B4-BE49-F238E27FC236}">
                <ns2:creationId id="{259ED266-F6B8-7D38-A6E6-D9F8B3B870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6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11" name="演示研究所 SlideLab.cc">
            <a:extLst>
              <a:ext uri="{FF2B5EF4-FFF2-40B4-BE49-F238E27FC236}">
                <ns2:creationId id="{744A8BF9-1330-B113-AF50-D21D785C4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12" name="演示研究所 SlideLab.cc">
            <a:extLst>
              <a:ext uri="{FF2B5EF4-FFF2-40B4-BE49-F238E27FC236}">
                <ns2:creationId id="{055F2EF6-B9C1-D6A7-EB79-3A2531F4251F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13" name="演示研究所 SlideLab.cc">
              <a:extLst>
                <a:ext uri="{FF2B5EF4-FFF2-40B4-BE49-F238E27FC236}">
                  <ns2:creationId id="{591C5E20-7530-B8B1-8CAE-75636C62AE3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4" name="演示研究所 SlideLab.cc">
              <a:extLst>
                <a:ext uri="{FF2B5EF4-FFF2-40B4-BE49-F238E27FC236}">
                  <ns2:creationId id="{D9A215F6-B488-32D8-ED28-10DA7DD0652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5" name="演示研究所 SlideLab.cc">
              <a:extLst>
                <a:ext uri="{FF2B5EF4-FFF2-40B4-BE49-F238E27FC236}">
                  <ns2:creationId id="{0389B2A1-C308-9E75-6B86-42482FEC478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6" name="演示研究所 SlideLab.cc">
            <a:extLst>
              <a:ext uri="{FF2B5EF4-FFF2-40B4-BE49-F238E27FC236}">
                <ns2:creationId id="{3AB51E1D-637D-419A-1661-9E336145C73C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?????</a:t>
            </a:r>
          </a:p>
        </p:txBody>
      </p:sp>
      <p:sp>
        <p:nvSpPr>
          <p:cNvPr id="2" name="演示研究所 SlideLab.cc">
            <a:extLst>
              <a:ext uri="{FF2B5EF4-FFF2-40B4-BE49-F238E27FC236}">
                <ns2:creationId id="{C44156AB-6BA1-4338-99BB-7478D7EC2378}"/>
              </a:ext>
            </a:extLst>
          </p:cNvPr>
          <p:cNvSpPr/>
          <p:nvPr/>
        </p:nvSpPr>
        <p:spPr>
          <a:xfrm>
            <a:off x="4326150" y="1099163"/>
            <a:ext cx="3390268" cy="3390267"/>
          </a:xfrm>
          <a:prstGeom prst="ellipse">
            <a:avLst/>
          </a:prstGeom>
          <a:noFill/>
          <a:ln w="6350">
            <a:solidFill>
              <a:schemeClr val="accent3">
                <a:alpha val="4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9942" dirty="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ns2:creationId id="{8B794A8E-FBD9-4851-A7BB-E0E41301BA86}"/>
              </a:ext>
            </a:extLst>
          </p:cNvPr>
          <p:cNvSpPr/>
          <p:nvPr/>
        </p:nvSpPr>
        <p:spPr>
          <a:xfrm>
            <a:off x="3177" y="2643188"/>
            <a:ext cx="12185651" cy="4213922"/>
          </a:xfrm>
          <a:prstGeom prst="rect">
            <a:avLst/>
          </a:prstGeom>
          <a:gradFill>
            <a:gsLst>
              <a:gs pos="9000">
                <a:schemeClr val="accent1"/>
              </a:gs>
              <a:gs pos="100000">
                <a:schemeClr val="accent2"/>
              </a:gs>
            </a:gsLst>
            <a:lin ang="9600000" scaled="0"/>
          </a:gradFill>
          <a:ln>
            <a:noFill/>
          </a:ln>
          <a:effectLst>
            <a:outerShdw blurRad="342900" dist="50800" dir="5400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US" dirty="0"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ns2:creationId id="{F81FDD13-2B75-43D4-9F4B-B2A41145ADD5}"/>
              </a:ext>
            </a:extLst>
          </p:cNvPr>
          <p:cNvSpPr/>
          <p:nvPr/>
        </p:nvSpPr>
        <p:spPr>
          <a:xfrm>
            <a:off x="4937245" y="1653273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blipFill>
            <a:blip r:embed="rId8"/>
            <a:stretch>
              <a:fillRect t="-25000" b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5" name="演示研究所 SlideLab.cc" descr="Phone free icon">
            <a:extLst>
              <a:ext uri="{FF2B5EF4-FFF2-40B4-BE49-F238E27FC236}">
                <ns2:creationId id="{D0D88B18-BA80-4656-A35A-2857F4D22E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942" y="-509356"/>
            <a:ext cx="1066522" cy="1066523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  <p:txBody>
          <a:bodyPr vert="horz" wrap="square" lIns="45708" tIns="22854" rIns="45708" bIns="22854" numCol="1" anchor="t" anchorCtr="0" compatLnSpc="1">
            <a:prstTxWarp prst="textNoShape">
              <a:avLst/>
            </a:prstTxWarp>
          </a:bodyPr>
          <a:lstStyle/>
          <a:p>
            <a:endParaRPr lang="en-US" sz="450" dirty="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ns2:creationId id="{80F8B77A-89F2-4185-86A6-61BA941C9E12}"/>
              </a:ext>
            </a:extLst>
          </p:cNvPr>
          <p:cNvSpPr/>
          <p:nvPr/>
        </p:nvSpPr>
        <p:spPr>
          <a:xfrm>
            <a:off x="1991345" y="5136102"/>
            <a:ext cx="7825374" cy="622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5E4D2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??????????????????????????????????????????????????</a:t>
            </a:r>
          </a:p>
        </p:txBody>
      </p:sp>
      <p:sp>
        <p:nvSpPr>
          <p:cNvPr id="9" name="演示研究所 SlideLab.cc">
            <a:extLst>
              <a:ext uri="{FF2B5EF4-FFF2-40B4-BE49-F238E27FC236}">
                <ns2:creationId id="{A148EC88-5AFD-1041-8792-1167AD4E95CD}"/>
              </a:ext>
            </a:extLst>
          </p:cNvPr>
          <p:cNvSpPr txBox="1"/>
          <p:nvPr/>
        </p:nvSpPr>
        <p:spPr>
          <a:xfrm>
            <a:off x="3495691" y="4343575"/>
            <a:ext cx="5051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汉仪旗黑 55简" panose="00020600040101010101" pitchFamily="18" charset="-122"/>
              </a:rPr>
              <a:t>?????????</a:t>
            </a:r>
          </a:p>
        </p:txBody>
      </p:sp>
    </p:spTree>
    <p:extLst>
      <p:ext uri="{BB962C8B-B14F-4D97-AF65-F5344CB8AC3E}">
        <p14:creationId val="3903199367"/>
      </p:ext>
    </p:extLst>
  </p:cSld>
  <p:clrMapOvr>
    <a:masterClrMapping/>
  </p:clrMapOvr>
  <p:transition p14:dur="500">
    <p:fade/>
  </p:transition>
</p:sld>
</file>

<file path=ppt/slides/slide31.xml><?xml version="1.0" encoding="utf-8"?>
<p:sld xmlns:a="http://schemas.openxmlformats.org/drawingml/2006/main" xmlns:asvg="http://schemas.microsoft.com/office/drawing/2016/SVG/main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ns2:creationId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ns4:useLocalDpi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ns2:creationId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ns2:creationId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ns4:useLocalDpi val="0"/>
              </a:ext>
              <a:ext uri="{96DAC541-7B7A-43D3-8B79-37D633B846F1}">
                <asvg:svgBlip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ns2:creationId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ns2:creationId id="{6CD53EAA-BEB1-4613-E508-D12870D880BE}"/>
              </a:ext>
            </a:extLst>
          </p:cNvPr>
          <p:cNvSpPr txBox="1"/>
          <p:nvPr/>
        </p:nvSpPr>
        <p:spPr>
          <a:xfrm>
            <a:off x="1169257" y="2123356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谢谢观看</a:t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ns2:creationId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ns2:creationId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ns2:creationId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ns2:creationId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ns2:creationId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-261804" y="2087204"/>
            <a:ext cx="6858000" cy="2580640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ns2:creationId id="{E5FC4634-74C7-8DBF-1285-A6DC87565A6F}"/>
              </a:ext>
            </a:extLst>
          </p:cNvPr>
          <p:cNvGrpSpPr/>
          <p:nvPr/>
        </p:nvGrpSpPr>
        <p:grpSpPr>
          <a:xfrm>
            <a:off x="6875214" y="3109141"/>
            <a:ext cx="1882755" cy="467458"/>
            <a:chOff x="9322591" y="4074802"/>
            <a:chExt cx="1882755" cy="467458"/>
          </a:xfrm>
        </p:grpSpPr>
        <p:sp>
          <p:nvSpPr>
            <p:cNvPr id="37" name="演示研究所 SlideLab.cc">
              <a:extLst>
                <a:ext uri="{FF2B5EF4-FFF2-40B4-BE49-F238E27FC236}">
                  <ns2:creationId id="{D07230F6-0F4A-0B7F-03ED-8FAE7C8BF630}"/>
                </a:ext>
              </a:extLst>
            </p:cNvPr>
            <p:cNvSpPr/>
            <p:nvPr/>
          </p:nvSpPr>
          <p:spPr>
            <a:xfrm rot="16200000" flipH="1">
              <a:off x="10030240" y="3367153"/>
              <a:ext cx="467458" cy="188275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>
                <a:solidFill>
                  <a:srgbClr val="040D2B"/>
                </a:solidFill>
                <a:cs typeface="汉仪旗黑X1-55W" panose="00020600040101010101" pitchFamily="18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ns2:creationId id="{E3D860E3-9D45-0BDE-77B7-D32FE036E126}"/>
                </a:ext>
              </a:extLst>
            </p:cNvPr>
            <p:cNvSpPr txBox="1"/>
            <p:nvPr/>
          </p:nvSpPr>
          <p:spPr>
            <a:xfrm>
              <a:off x="9471678" y="4139957"/>
              <a:ext cx="151656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n w="6350">
                    <a:noFill/>
                  </a:ln>
                  <a:solidFill>
                    <a:srgbClr val="8A03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汉仪旗黑X1-55W" panose="00020600040101010101" pitchFamily="18" charset="-122"/>
                  <a:sym typeface="汉仪旗黑X1-55W" panose="00020600040101010101" pitchFamily="18" charset="-122"/>
                </a:rPr>
                <a:t>傅思雄</a:t>
              </a:r>
            </a:p>
          </p:txBody>
        </p:sp>
      </p:grpSp>
      <p:sp>
        <p:nvSpPr>
          <p:cNvPr id="39" name="演示研究所 SlideLab.cc">
            <a:extLst>
              <a:ext uri="{FF2B5EF4-FFF2-40B4-BE49-F238E27FC236}">
                <ns2:creationId id="{4789CB8E-1D3E-DC60-50A4-805ABD1FFB56}"/>
              </a:ext>
            </a:extLst>
          </p:cNvPr>
          <p:cNvSpPr txBox="1"/>
          <p:nvPr/>
        </p:nvSpPr>
        <p:spPr>
          <a:xfrm>
            <a:off x="1235330" y="3768112"/>
            <a:ext cx="5424918" cy="703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恳请老师、同学批评指正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ns2:creationId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ns4:imgProps>
                  <ns4:imgLayer r:embed="rId11">
                    <ns4:imgEffect>
                      <ns4:saturation sat="212000"/>
                    </ns4:imgEffect>
                  </ns4:imgLayer>
                </ns4:imgProps>
              </a:ext>
            </a:extLst>
          </a:blip>
          <a:srcRect/>
          <a:stretch>
            <a:fillRect/>
          </a:stretch>
        </p:blipFill>
        <p:spPr>
          <a:xfrm flipH="1">
            <a:off x="10198920" y="2426217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ns2:creationId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共青团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pic>
        <p:nvPicPr>
          <p:cNvPr id="45" name="演示研究所 SlideLab.cc" descr="黑暗中的灯光&#10;&#10;描述已自动生成">
            <a:extLst>
              <a:ext uri="{FF2B5EF4-FFF2-40B4-BE49-F238E27FC236}">
                <ns2:creationId id="{16482CCF-81C9-2BFA-8C2F-6795308933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4107167" y="3028008"/>
            <a:ext cx="2915740" cy="1097182"/>
          </a:xfrm>
          <a:prstGeom prst="rect">
            <a:avLst/>
          </a:prstGeom>
        </p:spPr>
      </p:pic>
    </p:spTree>
    <p:extLst>
      <p:ext uri="{BB962C8B-B14F-4D97-AF65-F5344CB8AC3E}">
        <p14:creationId val="340622204"/>
      </p:ext>
    </p:extLst>
  </p:cSld>
  <p:clrMapOvr>
    <a:masterClrMapping/>
  </p:clrMapOvr>
  <p:transition p14:dur="500">
    <p:fade/>
  </p:transition>
</p:sld>
</file>

<file path=ppt/tags/tag1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4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5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1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5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6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7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8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9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0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1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2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3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自定义 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01411"/>
      </a:accent1>
      <a:accent2>
        <a:srgbClr val="EF611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711</Words>
  <Application>Microsoft Office PowerPoint</Application>
  <PresentationFormat>宽屏</PresentationFormat>
  <Paragraphs>85</Paragraphs>
  <Slides>22</Slides>
  <Notes>3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MiSans Demibold</vt:lpstr>
      <vt:lpstr>MiSans Normal</vt:lpstr>
      <vt:lpstr>Source Han Serif CN Heavy</vt:lpstr>
      <vt:lpstr>等线</vt:lpstr>
      <vt:lpstr>等线 Light</vt:lpstr>
      <vt:lpstr>汉仪旗黑 55简</vt:lpstr>
      <vt:lpstr>汉仪旗黑-55简</vt:lpstr>
      <vt:lpstr>汉仪旗黑X1-55W</vt:lpstr>
      <vt:lpstr>思源宋体 CN Heavy</vt:lpstr>
      <vt:lpstr>思源宋体 CN Medium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思雄 傅</cp:lastModifiedBy>
  <cp:revision>25</cp:revision>
  <dcterms:created xsi:type="dcterms:W3CDTF">2022-12-13T05:35:45Z</dcterms:created>
  <dcterms:modified xsi:type="dcterms:W3CDTF">2026-06-16T12:35:20Z</dcterms:modified>
</cp:coreProperties>
</file>
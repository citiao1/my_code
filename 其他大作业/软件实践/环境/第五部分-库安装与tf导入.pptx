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52777-EF7E-4621-A75B-62F8B12304F6}" type="datetimeFigureOut">
              <a:rPr lang="zh-CN" altLang="en-US" smtClean="0"/>
              <a:t>2020/8/17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9277F-BF61-429C-8DD7-6150A52828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2213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52777-EF7E-4621-A75B-62F8B12304F6}" type="datetimeFigureOut">
              <a:rPr lang="zh-CN" altLang="en-US" smtClean="0"/>
              <a:t>2020/8/17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9277F-BF61-429C-8DD7-6150A52828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8040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52777-EF7E-4621-A75B-62F8B12304F6}" type="datetimeFigureOut">
              <a:rPr lang="zh-CN" altLang="en-US" smtClean="0"/>
              <a:t>2020/8/17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9277F-BF61-429C-8DD7-6150A52828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7737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52777-EF7E-4621-A75B-62F8B12304F6}" type="datetimeFigureOut">
              <a:rPr lang="zh-CN" altLang="en-US" smtClean="0"/>
              <a:t>2020/8/17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9277F-BF61-429C-8DD7-6150A52828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921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52777-EF7E-4621-A75B-62F8B12304F6}" type="datetimeFigureOut">
              <a:rPr lang="zh-CN" altLang="en-US" smtClean="0"/>
              <a:t>2020/8/17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9277F-BF61-429C-8DD7-6150A52828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346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52777-EF7E-4621-A75B-62F8B12304F6}" type="datetimeFigureOut">
              <a:rPr lang="zh-CN" altLang="en-US" smtClean="0"/>
              <a:t>2020/8/17</a:t>
            </a:fld>
            <a:endParaRPr lang="zh-CN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9277F-BF61-429C-8DD7-6150A52828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9401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52777-EF7E-4621-A75B-62F8B12304F6}" type="datetimeFigureOut">
              <a:rPr lang="zh-CN" altLang="en-US" smtClean="0"/>
              <a:t>2020/8/17</a:t>
            </a:fld>
            <a:endParaRPr lang="zh-CN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9277F-BF61-429C-8DD7-6150A52828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1793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52777-EF7E-4621-A75B-62F8B12304F6}" type="datetimeFigureOut">
              <a:rPr lang="zh-CN" altLang="en-US" smtClean="0"/>
              <a:t>2020/8/17</a:t>
            </a:fld>
            <a:endParaRPr lang="zh-CN" alt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9277F-BF61-429C-8DD7-6150A52828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4397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52777-EF7E-4621-A75B-62F8B12304F6}" type="datetimeFigureOut">
              <a:rPr lang="zh-CN" altLang="en-US" smtClean="0"/>
              <a:t>2020/8/17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9277F-BF61-429C-8DD7-6150A52828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482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52777-EF7E-4621-A75B-62F8B12304F6}" type="datetimeFigureOut">
              <a:rPr lang="zh-CN" altLang="en-US" smtClean="0"/>
              <a:t>2020/8/17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9277F-BF61-429C-8DD7-6150A52828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228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52777-EF7E-4621-A75B-62F8B12304F6}" type="datetimeFigureOut">
              <a:rPr lang="zh-CN" altLang="en-US" smtClean="0"/>
              <a:t>2020/8/17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9277F-BF61-429C-8DD7-6150A52828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62971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52777-EF7E-4621-A75B-62F8B12304F6}" type="datetimeFigureOut">
              <a:rPr lang="zh-CN" altLang="en-US" smtClean="0"/>
              <a:t>2020/8/17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9277F-BF61-429C-8DD7-6150A52828A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3870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52777-EF7E-4621-A75B-62F8B12304F6}" type="datetimeFigureOut">
              <a:rPr lang="zh-CN" altLang="en-US" smtClean="0"/>
              <a:t>2020/8/17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9277F-BF61-429C-8DD7-6150A52828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93601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52777-EF7E-4621-A75B-62F8B12304F6}" type="datetimeFigureOut">
              <a:rPr lang="zh-CN" altLang="en-US" smtClean="0"/>
              <a:t>2020/8/17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9277F-BF61-429C-8DD7-6150A52828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2638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52777-EF7E-4621-A75B-62F8B12304F6}" type="datetimeFigureOut">
              <a:rPr lang="zh-CN" altLang="en-US" smtClean="0"/>
              <a:t>2020/8/17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9277F-BF61-429C-8DD7-6150A52828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77496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52777-EF7E-4621-A75B-62F8B12304F6}" type="datetimeFigureOut">
              <a:rPr lang="zh-CN" altLang="en-US" smtClean="0"/>
              <a:t>2020/8/17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9277F-BF61-429C-8DD7-6150A52828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03374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52777-EF7E-4621-A75B-62F8B12304F6}" type="datetimeFigureOut">
              <a:rPr lang="zh-CN" altLang="en-US" smtClean="0"/>
              <a:t>2020/8/17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9277F-BF61-429C-8DD7-6150A52828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628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BE52777-EF7E-4621-A75B-62F8B12304F6}" type="datetimeFigureOut">
              <a:rPr lang="zh-CN" altLang="en-US" smtClean="0"/>
              <a:t>2020/8/17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69277F-BF61-429C-8DD7-6150A52828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00179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0587BD-8931-40BA-917E-1D4C748727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库安装与</a:t>
            </a:r>
            <a:r>
              <a:rPr lang="en-US" altLang="zh-CN" dirty="0"/>
              <a:t>TF</a:t>
            </a:r>
            <a:r>
              <a:rPr lang="zh-CN" altLang="en-US" dirty="0"/>
              <a:t>的导入</a:t>
            </a:r>
          </a:p>
        </p:txBody>
      </p:sp>
    </p:spTree>
    <p:extLst>
      <p:ext uri="{BB962C8B-B14F-4D97-AF65-F5344CB8AC3E}">
        <p14:creationId xmlns:p14="http://schemas.microsoft.com/office/powerpoint/2010/main" val="1415943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0A665E-F7DA-44B7-ADFC-A40677EE1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</a:t>
            </a:r>
            <a:r>
              <a:rPr lang="en-US" altLang="zh-CN" dirty="0"/>
              <a:t>.</a:t>
            </a:r>
            <a:r>
              <a:rPr lang="zh-CN" altLang="en-US" dirty="0"/>
              <a:t>库的安装方法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07F864-E3D9-44DE-A564-EE59F03BB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3523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①</a:t>
            </a:r>
            <a:r>
              <a:rPr lang="en-US" altLang="zh-CN" dirty="0"/>
              <a:t>.</a:t>
            </a:r>
            <a:r>
              <a:rPr lang="zh-CN" altLang="en-US" dirty="0"/>
              <a:t>以管理员身份打开</a:t>
            </a:r>
            <a:r>
              <a:rPr lang="en-US" altLang="zh-CN" dirty="0"/>
              <a:t>Anaconda Prompt</a:t>
            </a:r>
            <a:r>
              <a:rPr lang="zh-CN" altLang="en-US" dirty="0"/>
              <a:t>，激活想要安装库的环境，也可直接在</a:t>
            </a:r>
            <a:r>
              <a:rPr lang="en-US" altLang="zh-CN" dirty="0"/>
              <a:t>base</a:t>
            </a:r>
            <a:r>
              <a:rPr lang="zh-CN" altLang="en-US" dirty="0"/>
              <a:t>环境中安装。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②</a:t>
            </a:r>
            <a:r>
              <a:rPr lang="en-US" altLang="zh-CN" dirty="0"/>
              <a:t>.pip</a:t>
            </a:r>
            <a:r>
              <a:rPr lang="zh-CN" altLang="en-US" dirty="0"/>
              <a:t>安装的通用指令：</a:t>
            </a:r>
            <a:r>
              <a:rPr lang="en-US" altLang="zh-CN" dirty="0"/>
              <a:t>pip install </a:t>
            </a:r>
            <a:r>
              <a:rPr lang="zh-CN" altLang="en-US" dirty="0"/>
              <a:t>库名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③</a:t>
            </a:r>
            <a:r>
              <a:rPr lang="en-US" altLang="zh-CN" dirty="0"/>
              <a:t>.</a:t>
            </a:r>
            <a:r>
              <a:rPr lang="zh-CN" altLang="en-US" dirty="0"/>
              <a:t>举例：在</a:t>
            </a:r>
            <a:r>
              <a:rPr lang="en-US" altLang="zh-CN" dirty="0" err="1"/>
              <a:t>tensorflow_cpu</a:t>
            </a:r>
            <a:r>
              <a:rPr lang="zh-CN" altLang="en-US" dirty="0"/>
              <a:t>的虚拟环境下，安装</a:t>
            </a:r>
            <a:r>
              <a:rPr lang="en-US" altLang="zh-CN" dirty="0"/>
              <a:t>PIL</a:t>
            </a:r>
            <a:r>
              <a:rPr lang="zh-CN" altLang="en-US" dirty="0"/>
              <a:t>库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Ⅰ.</a:t>
            </a:r>
            <a:r>
              <a:rPr lang="zh-CN" altLang="en-US" dirty="0"/>
              <a:t>以管理员身份打开</a:t>
            </a:r>
            <a:r>
              <a:rPr lang="en-US" altLang="zh-CN" dirty="0"/>
              <a:t>Anaconda Prompt</a:t>
            </a:r>
            <a:r>
              <a:rPr lang="zh-CN" altLang="en-US" dirty="0"/>
              <a:t>，先激活</a:t>
            </a:r>
            <a:r>
              <a:rPr lang="en-US" altLang="zh-CN" dirty="0" err="1"/>
              <a:t>tensorflow_cpu</a:t>
            </a:r>
            <a:r>
              <a:rPr lang="zh-CN" altLang="en-US" dirty="0"/>
              <a:t>虚拟环境，输入</a:t>
            </a:r>
            <a:r>
              <a:rPr lang="en-US" altLang="zh-CN" dirty="0"/>
              <a:t>activate </a:t>
            </a:r>
            <a:r>
              <a:rPr lang="en-US" altLang="zh-CN" dirty="0" err="1"/>
              <a:t>tensorflow_cpu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Ⅱ.</a:t>
            </a:r>
            <a:r>
              <a:rPr lang="zh-CN" altLang="en-US" dirty="0"/>
              <a:t>进入此虚拟环境后，输入</a:t>
            </a:r>
            <a:r>
              <a:rPr lang="en-US" altLang="zh-CN" dirty="0"/>
              <a:t>pip install Pillow</a:t>
            </a:r>
            <a:r>
              <a:rPr lang="zh-CN" altLang="en-US" dirty="0"/>
              <a:t>，等待安装即可。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Ⅲ. </a:t>
            </a:r>
            <a:r>
              <a:rPr lang="en-US" altLang="zh-CN" dirty="0" err="1"/>
              <a:t>pylab</a:t>
            </a:r>
            <a:r>
              <a:rPr lang="zh-CN" altLang="en-US" dirty="0"/>
              <a:t>安装不能像其他</a:t>
            </a:r>
            <a:r>
              <a:rPr lang="en-US" altLang="zh-CN" dirty="0" err="1"/>
              <a:t>scipy</a:t>
            </a:r>
            <a:r>
              <a:rPr lang="zh-CN" altLang="en-US" dirty="0"/>
              <a:t>等计算包一样直接</a:t>
            </a:r>
            <a:r>
              <a:rPr lang="en-US" altLang="zh-CN" dirty="0"/>
              <a:t>pip install</a:t>
            </a:r>
            <a:r>
              <a:rPr lang="zh-CN" altLang="en-US" dirty="0"/>
              <a:t>，它是模块</a:t>
            </a:r>
            <a:r>
              <a:rPr lang="en-US" altLang="zh-CN" dirty="0"/>
              <a:t>matplotlib</a:t>
            </a:r>
            <a:r>
              <a:rPr lang="zh-CN" altLang="en-US" dirty="0"/>
              <a:t>下的一个包，需要先安装</a:t>
            </a:r>
            <a:r>
              <a:rPr lang="en-US" altLang="zh-CN" dirty="0"/>
              <a:t>matplotlib</a:t>
            </a:r>
            <a:r>
              <a:rPr lang="zh-CN" altLang="en-US" dirty="0"/>
              <a:t>等，再用</a:t>
            </a:r>
            <a:r>
              <a:rPr lang="en-US" altLang="zh-CN" dirty="0"/>
              <a:t>import</a:t>
            </a:r>
            <a:r>
              <a:rPr lang="zh-CN" altLang="en-US" dirty="0"/>
              <a:t>导入。所以安装</a:t>
            </a:r>
            <a:r>
              <a:rPr lang="en-US" altLang="zh-CN" dirty="0" err="1"/>
              <a:t>pylab</a:t>
            </a:r>
            <a:r>
              <a:rPr lang="zh-CN" altLang="en-US" dirty="0"/>
              <a:t>要</a:t>
            </a:r>
            <a:r>
              <a:rPr lang="en-US" altLang="zh-CN" dirty="0"/>
              <a:t>pip install matplotlib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④</a:t>
            </a:r>
            <a:r>
              <a:rPr lang="en-US" altLang="zh-CN" dirty="0"/>
              <a:t>.</a:t>
            </a:r>
            <a:r>
              <a:rPr lang="zh-CN" altLang="en-US" dirty="0"/>
              <a:t>安装完之后要重启</a:t>
            </a:r>
            <a:r>
              <a:rPr lang="en-US" altLang="zh-CN" dirty="0" err="1"/>
              <a:t>spyder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97715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AAB9A0-7224-4EBD-9656-732F01C29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</a:t>
            </a:r>
            <a:r>
              <a:rPr lang="en-US" altLang="zh-CN" dirty="0"/>
              <a:t>.</a:t>
            </a:r>
            <a:r>
              <a:rPr lang="zh-CN" altLang="en-US" dirty="0"/>
              <a:t>在</a:t>
            </a:r>
            <a:r>
              <a:rPr lang="en-US" altLang="zh-CN" dirty="0" err="1"/>
              <a:t>spyder</a:t>
            </a:r>
            <a:r>
              <a:rPr lang="zh-CN" altLang="en-US" dirty="0"/>
              <a:t>中导入</a:t>
            </a:r>
            <a:r>
              <a:rPr lang="en-US" altLang="zh-CN" dirty="0" err="1"/>
              <a:t>tensorflow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49081C-6A61-4586-B42C-6422715C8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331259"/>
            <a:ext cx="8946541" cy="4195481"/>
          </a:xfrm>
        </p:spPr>
        <p:txBody>
          <a:bodyPr/>
          <a:lstStyle/>
          <a:p>
            <a:r>
              <a:rPr lang="zh-CN" altLang="en-US" dirty="0"/>
              <a:t>当</a:t>
            </a:r>
            <a:r>
              <a:rPr lang="en-US" altLang="zh-CN" dirty="0" err="1"/>
              <a:t>tensorflow</a:t>
            </a:r>
            <a:r>
              <a:rPr lang="zh-CN" altLang="en-US" dirty="0"/>
              <a:t>安装在虚拟环境下时，在</a:t>
            </a:r>
            <a:r>
              <a:rPr lang="en-US" altLang="zh-CN" dirty="0"/>
              <a:t>Anaconda Prompt</a:t>
            </a:r>
            <a:r>
              <a:rPr lang="zh-CN" altLang="en-US" dirty="0"/>
              <a:t>中的</a:t>
            </a:r>
            <a:r>
              <a:rPr lang="en-US" altLang="zh-CN" dirty="0"/>
              <a:t>base</a:t>
            </a:r>
            <a:r>
              <a:rPr lang="zh-CN" altLang="en-US" dirty="0"/>
              <a:t>环境下打开</a:t>
            </a:r>
            <a:r>
              <a:rPr lang="en-US" altLang="zh-CN" dirty="0" err="1"/>
              <a:t>spyder</a:t>
            </a:r>
            <a:r>
              <a:rPr lang="zh-CN" altLang="en-US" dirty="0"/>
              <a:t>。输入：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import </a:t>
            </a:r>
            <a:r>
              <a:rPr lang="en-US" altLang="zh-CN" dirty="0" err="1"/>
              <a:t>tensorflow</a:t>
            </a:r>
            <a:r>
              <a:rPr lang="en-US" altLang="zh-CN" dirty="0"/>
              <a:t> as </a:t>
            </a:r>
            <a:r>
              <a:rPr lang="en-US" altLang="zh-CN" dirty="0" err="1"/>
              <a:t>tf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version = </a:t>
            </a:r>
            <a:r>
              <a:rPr lang="en-US" altLang="zh-CN" dirty="0" err="1"/>
              <a:t>tf</a:t>
            </a:r>
            <a:r>
              <a:rPr lang="en-US" altLang="zh-CN" dirty="0"/>
              <a:t>.__version__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gpu_ok</a:t>
            </a:r>
            <a:r>
              <a:rPr lang="en-US" altLang="zh-CN" dirty="0"/>
              <a:t> = </a:t>
            </a:r>
            <a:r>
              <a:rPr lang="en-US" altLang="zh-CN" dirty="0" err="1"/>
              <a:t>tf.test.is_gpu_available</a:t>
            </a:r>
            <a:r>
              <a:rPr lang="en-US" altLang="zh-CN" dirty="0"/>
              <a:t>()</a:t>
            </a:r>
          </a:p>
          <a:p>
            <a:pPr marL="0" indent="0">
              <a:buNone/>
            </a:pPr>
            <a:r>
              <a:rPr lang="en-US" altLang="zh-CN" dirty="0"/>
              <a:t>	print("</a:t>
            </a:r>
            <a:r>
              <a:rPr lang="en-US" altLang="zh-CN" dirty="0" err="1"/>
              <a:t>tf</a:t>
            </a:r>
            <a:r>
              <a:rPr lang="en-US" altLang="zh-CN" dirty="0"/>
              <a:t> </a:t>
            </a:r>
            <a:r>
              <a:rPr lang="en-US" altLang="zh-CN" dirty="0" err="1"/>
              <a:t>version:",version</a:t>
            </a:r>
            <a:r>
              <a:rPr lang="en-US" altLang="zh-CN" dirty="0"/>
              <a:t>,"\</a:t>
            </a:r>
            <a:r>
              <a:rPr lang="en-US" altLang="zh-CN" dirty="0" err="1"/>
              <a:t>nuse</a:t>
            </a:r>
            <a:r>
              <a:rPr lang="en-US" altLang="zh-CN" dirty="0"/>
              <a:t> GPU",</a:t>
            </a:r>
            <a:r>
              <a:rPr lang="en-US" altLang="zh-CN" dirty="0" err="1"/>
              <a:t>gpu_ok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会出现报错，没有定义</a:t>
            </a:r>
            <a:r>
              <a:rPr lang="en-US" altLang="zh-CN" dirty="0" err="1"/>
              <a:t>tensorflow</a:t>
            </a:r>
            <a:endParaRPr lang="en-US" altLang="zh-CN" dirty="0"/>
          </a:p>
          <a:p>
            <a:r>
              <a:rPr lang="zh-CN" altLang="en-US" dirty="0"/>
              <a:t>要在</a:t>
            </a:r>
            <a:r>
              <a:rPr lang="en-US" altLang="zh-CN" dirty="0" err="1"/>
              <a:t>spyder</a:t>
            </a:r>
            <a:r>
              <a:rPr lang="zh-CN" altLang="en-US" dirty="0"/>
              <a:t>中导入</a:t>
            </a:r>
            <a:r>
              <a:rPr lang="en-US" altLang="zh-CN" dirty="0" err="1"/>
              <a:t>tf</a:t>
            </a:r>
            <a:r>
              <a:rPr lang="zh-CN" altLang="en-US" dirty="0"/>
              <a:t>，先要激活安装</a:t>
            </a:r>
            <a:r>
              <a:rPr lang="en-US" altLang="zh-CN" dirty="0" err="1"/>
              <a:t>tf</a:t>
            </a:r>
            <a:r>
              <a:rPr lang="zh-CN" altLang="en-US" dirty="0"/>
              <a:t>的环境，在此环境下重新安装一个</a:t>
            </a:r>
            <a:r>
              <a:rPr lang="en-US" altLang="zh-CN" dirty="0" err="1"/>
              <a:t>spyder</a:t>
            </a:r>
            <a:r>
              <a:rPr lang="zh-CN" altLang="en-US" dirty="0"/>
              <a:t>，在虚拟环境下输入：</a:t>
            </a:r>
            <a:r>
              <a:rPr lang="en-US" altLang="zh-CN" dirty="0"/>
              <a:t>pip install </a:t>
            </a:r>
            <a:r>
              <a:rPr lang="en-US" altLang="zh-CN" dirty="0" err="1"/>
              <a:t>spyder</a:t>
            </a:r>
            <a:endParaRPr lang="en-US" altLang="zh-CN" dirty="0"/>
          </a:p>
          <a:p>
            <a:r>
              <a:rPr lang="zh-CN" altLang="en-US" dirty="0"/>
              <a:t>安装完后，打开</a:t>
            </a:r>
            <a:r>
              <a:rPr lang="en-US" altLang="zh-CN" dirty="0" err="1"/>
              <a:t>spyder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135F21D-F96D-434C-9F1F-5D24A6468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311" y="5439266"/>
            <a:ext cx="8070504" cy="1331217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0A71241B-BD57-4BE9-93C1-B0208D2E8881}"/>
              </a:ext>
            </a:extLst>
          </p:cNvPr>
          <p:cNvCxnSpPr>
            <a:cxnSpLocks/>
          </p:cNvCxnSpPr>
          <p:nvPr/>
        </p:nvCxnSpPr>
        <p:spPr>
          <a:xfrm>
            <a:off x="7060677" y="5526740"/>
            <a:ext cx="537328" cy="3959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9448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B8A28A-0515-4BE5-BAAD-D5A98351E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786064"/>
            <a:ext cx="8946541" cy="5462336"/>
          </a:xfrm>
        </p:spPr>
        <p:txBody>
          <a:bodyPr/>
          <a:lstStyle/>
          <a:p>
            <a:r>
              <a:rPr lang="zh-CN" altLang="en-US" dirty="0"/>
              <a:t>点击</a:t>
            </a:r>
            <a:r>
              <a:rPr lang="en-US" altLang="zh-CN" dirty="0"/>
              <a:t>Tools</a:t>
            </a:r>
            <a:r>
              <a:rPr lang="zh-CN" altLang="en-US" dirty="0"/>
              <a:t>选项中的</a:t>
            </a:r>
            <a:r>
              <a:rPr lang="en-US" altLang="zh-CN" dirty="0"/>
              <a:t>Preferences</a:t>
            </a:r>
            <a:r>
              <a:rPr lang="zh-CN" altLang="en-US" dirty="0"/>
              <a:t>，选择</a:t>
            </a:r>
            <a:r>
              <a:rPr lang="en-US" altLang="zh-CN" dirty="0"/>
              <a:t>Python interpreter</a:t>
            </a:r>
            <a:r>
              <a:rPr lang="zh-CN" altLang="en-US" dirty="0"/>
              <a:t>，如下：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B8EF499-D0DD-4F3A-B57E-9CDB488C6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794" y="1642811"/>
            <a:ext cx="8029575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048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D4AD01-8F4C-404E-9102-5C55EF140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721896"/>
            <a:ext cx="8946541" cy="5526504"/>
          </a:xfrm>
        </p:spPr>
        <p:txBody>
          <a:bodyPr/>
          <a:lstStyle/>
          <a:p>
            <a:r>
              <a:rPr lang="zh-CN" altLang="en-US" dirty="0"/>
              <a:t>将路径改为虚拟环境的路径</a:t>
            </a:r>
            <a:r>
              <a:rPr lang="en-US" altLang="zh-CN" dirty="0"/>
              <a:t>(</a:t>
            </a:r>
            <a:r>
              <a:rPr lang="zh-CN" altLang="en-US" dirty="0"/>
              <a:t>一般在</a:t>
            </a:r>
            <a:r>
              <a:rPr lang="en-US" altLang="zh-CN" dirty="0"/>
              <a:t>C:\ProgramData\Anaconda3\envs</a:t>
            </a:r>
            <a:r>
              <a:rPr lang="zh-CN" altLang="en-US" dirty="0"/>
              <a:t>路径下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设置好后点击</a:t>
            </a:r>
            <a:r>
              <a:rPr lang="en-US" altLang="zh-CN" dirty="0"/>
              <a:t>Apply</a:t>
            </a:r>
            <a:r>
              <a:rPr lang="zh-CN" altLang="en-US" dirty="0"/>
              <a:t>以及</a:t>
            </a:r>
            <a:r>
              <a:rPr lang="en-US" altLang="zh-CN" dirty="0"/>
              <a:t>ok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运行如果出现如下问题：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71EA62D-2F77-4C74-B6DB-0C6A4EDBF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652" y="2652368"/>
            <a:ext cx="6360695" cy="348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538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2F28BB-99D2-4906-918A-9EADF8855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673768"/>
            <a:ext cx="8946541" cy="5574631"/>
          </a:xfrm>
        </p:spPr>
        <p:txBody>
          <a:bodyPr/>
          <a:lstStyle/>
          <a:p>
            <a:r>
              <a:rPr lang="zh-CN" altLang="en-US" dirty="0"/>
              <a:t>直接在虚拟环境中</a:t>
            </a:r>
            <a:r>
              <a:rPr lang="en-US" altLang="zh-CN" dirty="0"/>
              <a:t>pip install spyder_kernels==0.*</a:t>
            </a:r>
            <a:r>
              <a:rPr lang="zh-CN" altLang="en-US" dirty="0"/>
              <a:t>，安装好后在虚拟环境中重启</a:t>
            </a:r>
            <a:r>
              <a:rPr lang="en-US" altLang="zh-CN" dirty="0" err="1"/>
              <a:t>spyder</a:t>
            </a:r>
            <a:r>
              <a:rPr lang="zh-CN" altLang="en-US" dirty="0"/>
              <a:t>可以成功运行，表明可以在</a:t>
            </a:r>
            <a:r>
              <a:rPr lang="en-US" altLang="zh-CN" dirty="0" err="1"/>
              <a:t>spyder</a:t>
            </a:r>
            <a:r>
              <a:rPr lang="zh-CN" altLang="en-US" dirty="0"/>
              <a:t>中导入</a:t>
            </a:r>
            <a:r>
              <a:rPr lang="en-US" altLang="zh-CN" dirty="0" err="1"/>
              <a:t>tensorflow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7249569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离子">
  <a:themeElements>
    <a:clrScheme name="离子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离子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离子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94</TotalTime>
  <Words>371</Words>
  <Application>Microsoft Office PowerPoint</Application>
  <PresentationFormat>宽屏</PresentationFormat>
  <Paragraphs>23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离子</vt:lpstr>
      <vt:lpstr>库安装与TF的导入</vt:lpstr>
      <vt:lpstr>一.库的安装方法</vt:lpstr>
      <vt:lpstr>二.在spyder中导入tensorflow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小 贱乐逍遥</dc:creator>
  <cp:lastModifiedBy>小 贱乐逍遥</cp:lastModifiedBy>
  <cp:revision>11</cp:revision>
  <dcterms:created xsi:type="dcterms:W3CDTF">2020-08-16T11:23:44Z</dcterms:created>
  <dcterms:modified xsi:type="dcterms:W3CDTF">2020-08-17T03:06:59Z</dcterms:modified>
</cp:coreProperties>
</file>
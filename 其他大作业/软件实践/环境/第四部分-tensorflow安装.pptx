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496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064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07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8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05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80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003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47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85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968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67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139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86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373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8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B822FA9-8175-45B4-A677-600AC3F7E601}" type="datetimeFigureOut">
              <a:rPr lang="zh-CN" altLang="en-US" smtClean="0"/>
              <a:t>2020/8/18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4E824-3DA4-4ADD-A63A-EB45CE421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086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doubanio.com/simpl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eloper.nvidia.com/cuda-gpu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eveloper.nvidia.com/cuda-toolkit-archiv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eveloper.nvidia.com/rdp/cudnn-archiv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doubanio.com/simp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44951-79F2-44A2-9F66-53D187BFD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Tensorflow2.0</a:t>
            </a:r>
            <a:r>
              <a:rPr lang="zh-CN" altLang="en-US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427308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C316C-B287-4147-9C6A-627EFFE3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Anaconda3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04767-DF13-4E16-83EC-0AC749D9C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Anaconda</a:t>
            </a:r>
            <a:r>
              <a:rPr lang="zh-CN" altLang="en-US" dirty="0"/>
              <a:t>介绍：</a:t>
            </a:r>
            <a:r>
              <a:rPr lang="en-US" altLang="zh-CN" dirty="0"/>
              <a:t>Anaconda</a:t>
            </a:r>
            <a:r>
              <a:rPr lang="zh-CN" altLang="en-US" dirty="0"/>
              <a:t>指的是一个开源的</a:t>
            </a:r>
            <a:r>
              <a:rPr lang="en-US" altLang="zh-CN" dirty="0"/>
              <a:t>Python</a:t>
            </a:r>
            <a:r>
              <a:rPr lang="zh-CN" altLang="en-US" dirty="0"/>
              <a:t>发行版本，其包含了</a:t>
            </a:r>
            <a:r>
              <a:rPr lang="en-US" altLang="zh-CN" dirty="0" err="1"/>
              <a:t>conda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等</a:t>
            </a:r>
            <a:r>
              <a:rPr lang="en-US" altLang="zh-CN" dirty="0"/>
              <a:t>180</a:t>
            </a:r>
            <a:r>
              <a:rPr lang="zh-CN" altLang="en-US" dirty="0"/>
              <a:t>多个科学包及其依赖项。使用</a:t>
            </a:r>
            <a:r>
              <a:rPr lang="en-US" altLang="zh-CN" dirty="0"/>
              <a:t>Anaconda</a:t>
            </a:r>
            <a:r>
              <a:rPr lang="zh-CN" altLang="en-US" dirty="0"/>
              <a:t>进行安装</a:t>
            </a:r>
            <a:r>
              <a:rPr lang="en-US" altLang="zh-CN" dirty="0" err="1"/>
              <a:t>tensorflow</a:t>
            </a:r>
            <a:r>
              <a:rPr lang="zh-CN" altLang="en-US" dirty="0"/>
              <a:t>也会简化很多步骤。</a:t>
            </a:r>
            <a:endParaRPr lang="en-US" altLang="zh-CN" dirty="0"/>
          </a:p>
          <a:p>
            <a:r>
              <a:rPr lang="en-US" altLang="zh-CN" dirty="0"/>
              <a:t>Anaconda</a:t>
            </a:r>
            <a:r>
              <a:rPr lang="zh-CN" altLang="en-US" dirty="0"/>
              <a:t>安装：</a:t>
            </a:r>
            <a:endParaRPr lang="en-US" altLang="zh-CN" dirty="0"/>
          </a:p>
          <a:p>
            <a:r>
              <a:rPr lang="zh-CN" altLang="en-US" dirty="0"/>
              <a:t>①下载</a:t>
            </a:r>
            <a:r>
              <a:rPr lang="en-US" altLang="zh-CN" dirty="0"/>
              <a:t>Anaconda3</a:t>
            </a:r>
            <a:r>
              <a:rPr lang="zh-CN" altLang="en-US" dirty="0"/>
              <a:t>，可以直接在官网下载，版本为</a:t>
            </a:r>
            <a:r>
              <a:rPr lang="en-US" altLang="zh-CN" dirty="0"/>
              <a:t>Anaconda3-python3.8</a:t>
            </a:r>
            <a:r>
              <a:rPr lang="zh-CN" altLang="en-US" dirty="0"/>
              <a:t>，选择需要的系统以及</a:t>
            </a:r>
            <a:r>
              <a:rPr lang="en-US" altLang="zh-CN" dirty="0"/>
              <a:t>64</a:t>
            </a:r>
            <a:r>
              <a:rPr lang="zh-CN" altLang="en-US" dirty="0"/>
              <a:t>位或者</a:t>
            </a:r>
            <a:r>
              <a:rPr lang="en-US" altLang="zh-CN" dirty="0"/>
              <a:t>32</a:t>
            </a:r>
            <a:r>
              <a:rPr lang="zh-CN" altLang="en-US" dirty="0"/>
              <a:t>位。地址为</a:t>
            </a:r>
            <a:r>
              <a:rPr lang="en-US" altLang="zh-CN" dirty="0">
                <a:hlinkClick r:id="rId2"/>
              </a:rPr>
              <a:t>https://www.anaconda.com/products/individual</a:t>
            </a:r>
            <a:endParaRPr lang="en-US" altLang="zh-CN" dirty="0"/>
          </a:p>
          <a:p>
            <a:r>
              <a:rPr lang="zh-CN" altLang="en-US" dirty="0"/>
              <a:t>②安装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下载好安装包后双击安装，安装基本都是下一步，为了避免不必要的麻烦，建议默认路径，并且路径中不要有中文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		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68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66770-AAFF-4ED2-BBD7-E6F9791B7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166" y="1072530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需要注意的有</a:t>
            </a:r>
            <a:r>
              <a:rPr lang="en-US" altLang="zh-CN" dirty="0"/>
              <a:t>:1.</a:t>
            </a:r>
            <a:r>
              <a:rPr lang="zh-CN" altLang="en-US" dirty="0"/>
              <a:t>如果系统只有一个用户选择默认的第一个即可，如果有多个用户而且都要用到 </a:t>
            </a:r>
            <a:r>
              <a:rPr lang="en-US" altLang="zh-CN" dirty="0"/>
              <a:t>Anaconda </a:t>
            </a:r>
            <a:r>
              <a:rPr lang="zh-CN" altLang="en-US" dirty="0"/>
              <a:t>，则选择第二个选项。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73834A-75E4-4A91-B7D4-33DBDC23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863" y="1835086"/>
            <a:ext cx="5991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0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E166B6-7B1A-4A29-BFB0-F99711AC4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299" y="1204506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安装路径推荐选择默认路径，不要带中文名字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884BF0-1852-401C-8B27-8DD6C294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87" y="1727069"/>
            <a:ext cx="5991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808B2-05A0-4830-8E55-4EA83FEF8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7" y="113851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第一个环境变量的设置打勾自动加入就可以，第二个是默认使用</a:t>
            </a:r>
            <a:r>
              <a:rPr lang="en-US" altLang="zh-CN" dirty="0"/>
              <a:t>python3.8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7B6E50-EEFA-4B97-80D2-0C265EA3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87" y="1778668"/>
            <a:ext cx="5991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8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0D4E1-29E8-4369-AED6-8C3531C89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712" y="921701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安装完成后将两个选项前面的对号去掉，然后点击“</a:t>
            </a:r>
            <a:r>
              <a:rPr lang="en-US" altLang="zh-CN" dirty="0"/>
              <a:t>Finish”</a:t>
            </a:r>
            <a:r>
              <a:rPr lang="zh-CN" altLang="en-US" dirty="0"/>
              <a:t>即可。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26C5BB-1BA8-4D18-A77F-F7C6D11F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610" y="1506947"/>
            <a:ext cx="5732780" cy="442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42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3CFD0-8147-4967-8E81-674E98E8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592" y="1119664"/>
            <a:ext cx="8946541" cy="4195481"/>
          </a:xfrm>
        </p:spPr>
        <p:txBody>
          <a:bodyPr/>
          <a:lstStyle/>
          <a:p>
            <a:r>
              <a:rPr lang="zh-CN" altLang="en-US" dirty="0"/>
              <a:t>安装完成后，如果是</a:t>
            </a:r>
            <a:r>
              <a:rPr lang="en-US" altLang="zh-CN" dirty="0"/>
              <a:t>windows</a:t>
            </a:r>
            <a:r>
              <a:rPr lang="zh-CN" altLang="en-US" dirty="0"/>
              <a:t>的话需要去 控制面板</a:t>
            </a:r>
            <a:r>
              <a:rPr lang="en-US" altLang="zh-CN" dirty="0"/>
              <a:t>\</a:t>
            </a:r>
            <a:r>
              <a:rPr lang="zh-CN" altLang="en-US" dirty="0"/>
              <a:t>系统和安全</a:t>
            </a:r>
            <a:r>
              <a:rPr lang="en-US" altLang="zh-CN" dirty="0"/>
              <a:t>\</a:t>
            </a:r>
            <a:r>
              <a:rPr lang="zh-CN" altLang="en-US" dirty="0"/>
              <a:t>系统</a:t>
            </a:r>
            <a:r>
              <a:rPr lang="en-US" altLang="zh-CN" dirty="0"/>
              <a:t>\</a:t>
            </a:r>
            <a:r>
              <a:rPr lang="zh-CN" altLang="en-US" dirty="0"/>
              <a:t>高级系统设置</a:t>
            </a:r>
            <a:r>
              <a:rPr lang="en-US" altLang="zh-CN" dirty="0"/>
              <a:t>\</a:t>
            </a:r>
            <a:r>
              <a:rPr lang="zh-CN" altLang="en-US" dirty="0"/>
              <a:t>环境变量</a:t>
            </a:r>
            <a:r>
              <a:rPr lang="en-US" altLang="zh-CN" dirty="0"/>
              <a:t>\</a:t>
            </a:r>
            <a:r>
              <a:rPr lang="zh-CN" altLang="en-US" dirty="0"/>
              <a:t>用户变量</a:t>
            </a:r>
            <a:r>
              <a:rPr lang="en-US" altLang="zh-CN" dirty="0"/>
              <a:t>\PATH </a:t>
            </a:r>
            <a:r>
              <a:rPr lang="zh-CN" altLang="en-US" dirty="0"/>
              <a:t>中添加 </a:t>
            </a:r>
            <a:r>
              <a:rPr lang="en-US" altLang="zh-CN" dirty="0"/>
              <a:t>anaconda</a:t>
            </a:r>
            <a:r>
              <a:rPr lang="zh-CN" altLang="en-US" dirty="0"/>
              <a:t>的安装目录的</a:t>
            </a:r>
            <a:r>
              <a:rPr lang="en-US" altLang="zh-CN" dirty="0"/>
              <a:t>Scripts</a:t>
            </a:r>
            <a:r>
              <a:rPr lang="zh-CN" altLang="en-US" dirty="0"/>
              <a:t>文件夹</a:t>
            </a:r>
            <a:r>
              <a:rPr lang="en-US" altLang="zh-CN" dirty="0"/>
              <a:t>, </a:t>
            </a:r>
            <a:r>
              <a:rPr lang="zh-CN" altLang="en-US" dirty="0"/>
              <a:t>比如我的路径是</a:t>
            </a:r>
            <a:r>
              <a:rPr lang="en-US" altLang="zh-CN" dirty="0"/>
              <a:t>C:\ProgramData\Anaconda3\Scripts, </a:t>
            </a:r>
            <a:r>
              <a:rPr lang="zh-CN" altLang="en-US" dirty="0"/>
              <a:t>看个人安装路径不同需要自己调整</a:t>
            </a:r>
            <a:r>
              <a:rPr lang="en-US" altLang="zh-CN" dirty="0"/>
              <a:t>.</a:t>
            </a:r>
            <a:r>
              <a:rPr lang="zh-CN" altLang="en-US" dirty="0"/>
              <a:t>在搜索窗口输入</a:t>
            </a:r>
            <a:r>
              <a:rPr lang="en-US" altLang="zh-CN" dirty="0" err="1"/>
              <a:t>cmd</a:t>
            </a:r>
            <a:r>
              <a:rPr lang="zh-CN" altLang="en-US" dirty="0"/>
              <a:t>，以管理员身份运行输入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conda</a:t>
            </a:r>
            <a:r>
              <a:rPr lang="en-US" altLang="zh-CN" dirty="0"/>
              <a:t> –version</a:t>
            </a:r>
            <a:r>
              <a:rPr lang="zh-CN" altLang="en-US" dirty="0"/>
              <a:t>，输出</a:t>
            </a:r>
            <a:r>
              <a:rPr lang="en-US" altLang="zh-CN" dirty="0" err="1"/>
              <a:t>conda</a:t>
            </a:r>
            <a:r>
              <a:rPr lang="en-US" altLang="zh-CN" dirty="0"/>
              <a:t> 4.5.11</a:t>
            </a:r>
            <a:r>
              <a:rPr lang="zh-CN" altLang="en-US" dirty="0"/>
              <a:t>类似的就成功了。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F81522-3634-43E0-AEB6-749BBFC8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83" y="3294430"/>
            <a:ext cx="6230648" cy="325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89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0B93D-4CF7-4D72-85D9-126AB9CE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Tensorflow2.0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160751-D6E9-40D7-BEBD-34382A95D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Tensorflow2.0</a:t>
            </a:r>
            <a:r>
              <a:rPr lang="zh-CN" altLang="en-US" dirty="0"/>
              <a:t>安装分为</a:t>
            </a:r>
            <a:r>
              <a:rPr lang="en-US" altLang="zh-CN" dirty="0"/>
              <a:t>CPU</a:t>
            </a:r>
            <a:r>
              <a:rPr lang="zh-CN" altLang="en-US" dirty="0"/>
              <a:t>版本和</a:t>
            </a:r>
            <a:r>
              <a:rPr lang="en-US" altLang="zh-CN" dirty="0"/>
              <a:t>GPU</a:t>
            </a:r>
            <a:r>
              <a:rPr lang="zh-CN" altLang="en-US" dirty="0"/>
              <a:t>版本，</a:t>
            </a:r>
            <a:r>
              <a:rPr lang="en-US" altLang="zh-CN" dirty="0"/>
              <a:t>GPU</a:t>
            </a:r>
            <a:r>
              <a:rPr lang="zh-CN" altLang="en-US" dirty="0"/>
              <a:t>版本可以利用</a:t>
            </a:r>
            <a:r>
              <a:rPr lang="en-US" altLang="zh-CN" dirty="0"/>
              <a:t>NVIDA GPU</a:t>
            </a:r>
            <a:r>
              <a:rPr lang="zh-CN" altLang="en-US" dirty="0"/>
              <a:t>强大的计算加速能力，使运行速度更快。下面分为两个版本进行讲解。</a:t>
            </a:r>
            <a:endParaRPr lang="en-US" altLang="zh-CN" dirty="0"/>
          </a:p>
          <a:p>
            <a:r>
              <a:rPr lang="zh-CN" altLang="en-US" dirty="0"/>
              <a:t>搭建开发环境</a:t>
            </a:r>
            <a:r>
              <a:rPr lang="en-US" altLang="zh-CN" dirty="0"/>
              <a:t>Visual C++</a:t>
            </a:r>
            <a:r>
              <a:rPr lang="zh-CN" altLang="en-US" dirty="0"/>
              <a:t>安装，可直接从微软官网下载，或者从下面的链接下载安装，直接双击安装即可，完成后重启电脑。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链接：</a:t>
            </a:r>
            <a:r>
              <a:rPr lang="en-US" altLang="zh-CN" dirty="0"/>
              <a:t>https://pan.baidu.com/s/1d8Xs7ise8qHb7jZ-JBCcRg </a:t>
            </a:r>
            <a:r>
              <a:rPr lang="zh-CN" altLang="en-US" dirty="0"/>
              <a:t>提取码：  </a:t>
            </a:r>
            <a:r>
              <a:rPr lang="en-US" altLang="zh-CN" dirty="0"/>
              <a:t>2333</a:t>
            </a:r>
          </a:p>
          <a:p>
            <a:r>
              <a:rPr lang="en-US" altLang="zh-CN" dirty="0"/>
              <a:t>CPU</a:t>
            </a:r>
            <a:r>
              <a:rPr lang="zh-CN" altLang="en-US" dirty="0"/>
              <a:t>版本的安装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①在搜索窗口输入</a:t>
            </a:r>
            <a:r>
              <a:rPr lang="en-US" altLang="zh-CN" dirty="0"/>
              <a:t>Anaconda Prompt</a:t>
            </a:r>
            <a:r>
              <a:rPr lang="zh-CN" altLang="en-US" dirty="0"/>
              <a:t>，以管理员身份运行，此时是出于</a:t>
            </a:r>
            <a:r>
              <a:rPr lang="en-US" altLang="zh-CN" dirty="0"/>
              <a:t>base</a:t>
            </a:r>
            <a:r>
              <a:rPr lang="zh-CN" altLang="en-US" dirty="0"/>
              <a:t>环境下，当我们安装的库多时，据需要不同的环境，方便管理。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62F14B-C9B2-4DDE-AACE-E5F5B10D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5426419"/>
            <a:ext cx="57245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2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82505-1EE4-4FFB-BF1E-E04FAC22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186" y="1154560"/>
            <a:ext cx="8946541" cy="49735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②创建</a:t>
            </a:r>
            <a:r>
              <a:rPr lang="en-US" altLang="zh-CN" dirty="0" err="1"/>
              <a:t>tensorflow</a:t>
            </a:r>
            <a:r>
              <a:rPr lang="zh-CN" altLang="en-US" dirty="0"/>
              <a:t>的环境，在上面的命令框中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conda</a:t>
            </a:r>
            <a:r>
              <a:rPr lang="en-US" altLang="zh-CN" dirty="0"/>
              <a:t> create -n </a:t>
            </a:r>
            <a:r>
              <a:rPr lang="en-US" altLang="zh-CN" dirty="0" err="1"/>
              <a:t>tensorflow_cpu</a:t>
            </a:r>
            <a:r>
              <a:rPr lang="zh-CN" altLang="en-US" dirty="0"/>
              <a:t> </a:t>
            </a:r>
            <a:r>
              <a:rPr lang="en-US" altLang="zh-CN" dirty="0"/>
              <a:t>python=3.7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该命令中的</a:t>
            </a:r>
            <a:r>
              <a:rPr lang="en-US" altLang="zh-CN" dirty="0" err="1"/>
              <a:t>tensorflow_cpu</a:t>
            </a:r>
            <a:r>
              <a:rPr lang="zh-CN" altLang="en-US" dirty="0"/>
              <a:t>为环境名可以自己设置，</a:t>
            </a:r>
            <a:r>
              <a:rPr lang="en-US" altLang="zh-CN" dirty="0"/>
              <a:t>python</a:t>
            </a:r>
            <a:r>
              <a:rPr lang="zh-CN" altLang="en-US" dirty="0"/>
              <a:t>版本也可以更改为其他的版本。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回车后会提示安装很多新的</a:t>
            </a:r>
            <a:r>
              <a:rPr lang="en-US" altLang="zh-CN" dirty="0"/>
              <a:t>packages</a:t>
            </a:r>
            <a:r>
              <a:rPr lang="zh-CN" altLang="en-US" dirty="0"/>
              <a:t>，选择“</a:t>
            </a:r>
            <a:r>
              <a:rPr lang="en-US" altLang="zh-CN" dirty="0"/>
              <a:t>y”</a:t>
            </a:r>
            <a:r>
              <a:rPr lang="zh-CN" altLang="en-US" dirty="0"/>
              <a:t>进行安装，安装完成后，会提示使用命令“</a:t>
            </a:r>
            <a:r>
              <a:rPr lang="en-US" altLang="zh-CN" dirty="0" err="1"/>
              <a:t>conda</a:t>
            </a:r>
            <a:r>
              <a:rPr lang="en-US" altLang="zh-CN" dirty="0"/>
              <a:t> activate </a:t>
            </a:r>
            <a:r>
              <a:rPr lang="en-US" altLang="zh-CN" dirty="0" err="1"/>
              <a:t>tensorflow_cpu</a:t>
            </a:r>
            <a:r>
              <a:rPr lang="en-US" altLang="zh-CN" dirty="0"/>
              <a:t>”</a:t>
            </a:r>
            <a:r>
              <a:rPr lang="zh-CN" altLang="en-US" dirty="0"/>
              <a:t>激活环境。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激活后</a:t>
            </a:r>
            <a:r>
              <a:rPr lang="en-US" altLang="zh-CN" dirty="0"/>
              <a:t>base</a:t>
            </a:r>
            <a:r>
              <a:rPr lang="zh-CN" altLang="en-US" dirty="0"/>
              <a:t>名称会换为我们设置的名字。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6A6B7-FE11-49BE-A444-CD73284E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10" y="4102946"/>
            <a:ext cx="6278980" cy="210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0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CF1A2A-CDD3-4905-B1BA-C3A30A3B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564" y="946012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③激活环境后，首先升级</a:t>
            </a:r>
            <a:r>
              <a:rPr lang="en-US" altLang="zh-CN" dirty="0"/>
              <a:t>pip</a:t>
            </a:r>
            <a:r>
              <a:rPr lang="zh-CN" altLang="en-US" dirty="0"/>
              <a:t>版本，执行：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python –m pip install --upgrade pip</a:t>
            </a:r>
          </a:p>
          <a:p>
            <a:pPr marL="0" indent="0">
              <a:buNone/>
            </a:pPr>
            <a:r>
              <a:rPr lang="zh-CN" altLang="en-US" dirty="0"/>
              <a:t>完成后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1790C1-18BC-4BD9-B0EE-2DD7B0B2A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2381250"/>
            <a:ext cx="84772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5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53446-A452-4E8A-A6FC-C7E1D1564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059" y="629652"/>
            <a:ext cx="8946541" cy="5598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然后安装</a:t>
            </a:r>
            <a:r>
              <a:rPr lang="en-US" altLang="zh-CN" dirty="0"/>
              <a:t>tensorflow2.0</a:t>
            </a:r>
            <a:r>
              <a:rPr lang="zh-CN" altLang="en-US" dirty="0"/>
              <a:t>的</a:t>
            </a:r>
            <a:r>
              <a:rPr lang="en-US" altLang="zh-CN" dirty="0" err="1"/>
              <a:t>cpu</a:t>
            </a:r>
            <a:r>
              <a:rPr lang="zh-CN" altLang="en-US" dirty="0"/>
              <a:t>版本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pip install </a:t>
            </a:r>
            <a:r>
              <a:rPr lang="en-US" altLang="zh-CN" dirty="0" err="1"/>
              <a:t>tensorflow-cpu</a:t>
            </a:r>
            <a:r>
              <a:rPr lang="en-US" altLang="zh-CN" dirty="0"/>
              <a:t>==2.0.0 -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https://pypi.doubanio.com/simple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等待安装结束即可完成安装。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安装成功后在环境内输入</a:t>
            </a:r>
            <a:r>
              <a:rPr lang="en-US" altLang="zh-CN" dirty="0"/>
              <a:t>python</a:t>
            </a:r>
            <a:r>
              <a:rPr lang="zh-CN" altLang="en-US" dirty="0"/>
              <a:t>，进入</a:t>
            </a:r>
            <a:r>
              <a:rPr lang="en-US" altLang="zh-CN" dirty="0"/>
              <a:t>python</a:t>
            </a:r>
            <a:r>
              <a:rPr lang="zh-CN" altLang="en-US" dirty="0"/>
              <a:t>环境，然后输入如下代码：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tensorflow</a:t>
            </a:r>
            <a:r>
              <a:rPr lang="en-US" altLang="zh-CN" dirty="0"/>
              <a:t> as </a:t>
            </a:r>
            <a:r>
              <a:rPr lang="en-US" altLang="zh-CN" dirty="0" err="1"/>
              <a:t>tf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version = </a:t>
            </a:r>
            <a:r>
              <a:rPr lang="en-US" altLang="zh-CN" dirty="0" err="1"/>
              <a:t>tf</a:t>
            </a:r>
            <a:r>
              <a:rPr lang="en-US" altLang="zh-CN" dirty="0"/>
              <a:t>.__version__</a:t>
            </a:r>
          </a:p>
          <a:p>
            <a:pPr marL="0" indent="0">
              <a:buNone/>
            </a:pPr>
            <a:r>
              <a:rPr lang="en-US" altLang="zh-CN" dirty="0" err="1"/>
              <a:t>gpu_ok</a:t>
            </a:r>
            <a:r>
              <a:rPr lang="en-US" altLang="zh-CN" dirty="0"/>
              <a:t> = </a:t>
            </a:r>
            <a:r>
              <a:rPr lang="en-US" altLang="zh-CN" dirty="0" err="1"/>
              <a:t>tf.test.is_gpu_available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print("</a:t>
            </a:r>
            <a:r>
              <a:rPr lang="en-US" altLang="zh-CN" dirty="0" err="1"/>
              <a:t>tf</a:t>
            </a:r>
            <a:r>
              <a:rPr lang="en-US" altLang="zh-CN" dirty="0"/>
              <a:t> </a:t>
            </a:r>
            <a:r>
              <a:rPr lang="en-US" altLang="zh-CN" dirty="0" err="1"/>
              <a:t>version:",version</a:t>
            </a:r>
            <a:r>
              <a:rPr lang="en-US" altLang="zh-CN" dirty="0"/>
              <a:t>,"\</a:t>
            </a:r>
            <a:r>
              <a:rPr lang="en-US" altLang="zh-CN" dirty="0" err="1"/>
              <a:t>nuse</a:t>
            </a:r>
            <a:r>
              <a:rPr lang="en-US" altLang="zh-CN" dirty="0"/>
              <a:t> GPU",</a:t>
            </a:r>
            <a:r>
              <a:rPr lang="en-US" altLang="zh-CN" dirty="0" err="1"/>
              <a:t>gpu_ok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dirty="0"/>
              <a:t>回车后出现：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tf</a:t>
            </a:r>
            <a:r>
              <a:rPr lang="en-US" altLang="zh-CN" dirty="0"/>
              <a:t> version: 2.0.0</a:t>
            </a:r>
          </a:p>
          <a:p>
            <a:pPr marL="0" indent="0">
              <a:buNone/>
            </a:pPr>
            <a:r>
              <a:rPr lang="en-US" altLang="zh-CN" dirty="0"/>
              <a:t>use GPU False</a:t>
            </a:r>
          </a:p>
          <a:p>
            <a:pPr marL="0" indent="0">
              <a:buNone/>
            </a:pPr>
            <a:r>
              <a:rPr lang="zh-CN" altLang="en-US" dirty="0"/>
              <a:t>表示安装成功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56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1F8CB-AD11-4385-9372-11CBD4AA0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86064"/>
            <a:ext cx="8946541" cy="5462336"/>
          </a:xfrm>
        </p:spPr>
        <p:txBody>
          <a:bodyPr/>
          <a:lstStyle/>
          <a:p>
            <a:r>
              <a:rPr lang="en-US" altLang="zh-CN" dirty="0"/>
              <a:t>GPU</a:t>
            </a:r>
            <a:r>
              <a:rPr lang="zh-CN" altLang="en-US" dirty="0"/>
              <a:t>版本的安装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①安装</a:t>
            </a:r>
            <a:r>
              <a:rPr lang="en-US" altLang="zh-CN" dirty="0"/>
              <a:t>GPU</a:t>
            </a:r>
            <a:r>
              <a:rPr lang="zh-CN" altLang="en-US" dirty="0"/>
              <a:t>版本必须有</a:t>
            </a:r>
            <a:r>
              <a:rPr lang="en-US" altLang="zh-CN" dirty="0"/>
              <a:t>GPU</a:t>
            </a:r>
            <a:r>
              <a:rPr lang="zh-CN" altLang="en-US" dirty="0"/>
              <a:t>硬件的支持。必须要有</a:t>
            </a:r>
            <a:r>
              <a:rPr lang="en-US" altLang="zh-CN" dirty="0"/>
              <a:t>NVIDIA</a:t>
            </a:r>
            <a:r>
              <a:rPr lang="zh-CN" altLang="en-US" dirty="0"/>
              <a:t>的显卡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②对于</a:t>
            </a:r>
            <a:r>
              <a:rPr lang="en-US" altLang="zh-CN" dirty="0"/>
              <a:t>NVIDIA</a:t>
            </a:r>
            <a:r>
              <a:rPr lang="zh-CN" altLang="en-US" dirty="0"/>
              <a:t>显卡，要求其</a:t>
            </a:r>
            <a:r>
              <a:rPr lang="en-US" altLang="zh-CN" dirty="0"/>
              <a:t>CUDA</a:t>
            </a:r>
            <a:r>
              <a:rPr lang="zh-CN" altLang="en-US" dirty="0"/>
              <a:t>算力不低于</a:t>
            </a:r>
            <a:r>
              <a:rPr lang="en-US" altLang="zh-CN" dirty="0"/>
              <a:t>3.0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算力参考：</a:t>
            </a:r>
            <a:r>
              <a:rPr lang="en-US" altLang="zh-CN" dirty="0">
                <a:hlinkClick r:id="rId2"/>
              </a:rPr>
              <a:t>https://developer.nvidia.com/cuda-gpus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③驱动版本的要求：</a:t>
            </a:r>
            <a:r>
              <a:rPr lang="en-US" altLang="zh-CN" dirty="0"/>
              <a:t>NVIDIA</a:t>
            </a:r>
            <a:r>
              <a:rPr lang="zh-CN" altLang="en-US" dirty="0"/>
              <a:t>驱动程序需要</a:t>
            </a:r>
            <a:r>
              <a:rPr lang="en-US" altLang="zh-CN" dirty="0"/>
              <a:t>410.x</a:t>
            </a:r>
            <a:r>
              <a:rPr lang="zh-CN" altLang="en-US" dirty="0"/>
              <a:t>或更高版本，不足时要更新显卡，</a:t>
            </a:r>
            <a:r>
              <a:rPr lang="en-US" altLang="zh-CN" dirty="0"/>
              <a:t>CUDA</a:t>
            </a:r>
            <a:r>
              <a:rPr lang="zh-CN" altLang="en-US" dirty="0"/>
              <a:t>版本需要</a:t>
            </a:r>
            <a:r>
              <a:rPr lang="en-US" altLang="zh-CN" dirty="0"/>
              <a:t>10.0</a:t>
            </a:r>
            <a:r>
              <a:rPr lang="zh-CN" altLang="en-US" dirty="0"/>
              <a:t>，</a:t>
            </a:r>
            <a:r>
              <a:rPr lang="en-US" altLang="zh-CN" dirty="0" err="1"/>
              <a:t>cudnn</a:t>
            </a:r>
            <a:r>
              <a:rPr lang="zh-CN" altLang="en-US" dirty="0"/>
              <a:t>版本需要不小于</a:t>
            </a:r>
            <a:r>
              <a:rPr lang="en-US" altLang="zh-CN" dirty="0"/>
              <a:t>7.4.1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④</a:t>
            </a:r>
            <a:r>
              <a:rPr lang="en-US" altLang="zh-CN" dirty="0"/>
              <a:t>NVIDIA</a:t>
            </a:r>
            <a:r>
              <a:rPr lang="zh-CN" altLang="en-US" dirty="0"/>
              <a:t>驱动程序版本查看：命令行中执行：</a:t>
            </a:r>
            <a:r>
              <a:rPr lang="en-US" altLang="zh-CN" dirty="0" err="1"/>
              <a:t>nvidia</a:t>
            </a:r>
            <a:r>
              <a:rPr lang="en-US" altLang="zh-CN" dirty="0"/>
              <a:t> –</a:t>
            </a:r>
            <a:r>
              <a:rPr lang="en-US" altLang="zh-CN" dirty="0" err="1"/>
              <a:t>smi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FA466C-8E58-4891-B943-388490EE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653" y="3724275"/>
            <a:ext cx="7696200" cy="3133725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F52EF1E-8C87-4171-8772-0BCB08032B71}"/>
              </a:ext>
            </a:extLst>
          </p:cNvPr>
          <p:cNvCxnSpPr/>
          <p:nvPr/>
        </p:nvCxnSpPr>
        <p:spPr>
          <a:xfrm flipV="1">
            <a:off x="2168165" y="4119513"/>
            <a:ext cx="565608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43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29683-027C-4E2D-B73F-E8569D293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933" y="673297"/>
            <a:ext cx="8946541" cy="4483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如果出现：</a:t>
            </a:r>
            <a:r>
              <a:rPr lang="en-US" altLang="zh-CN" dirty="0"/>
              <a:t>'</a:t>
            </a:r>
            <a:r>
              <a:rPr lang="en-US" altLang="zh-CN" dirty="0" err="1"/>
              <a:t>nvidia</a:t>
            </a:r>
            <a:r>
              <a:rPr lang="en-US" altLang="zh-CN" dirty="0"/>
              <a:t>' </a:t>
            </a:r>
            <a:r>
              <a:rPr lang="zh-CN" altLang="en-US" dirty="0"/>
              <a:t>不是内部或外部命令，也不是可运行的程序</a:t>
            </a:r>
          </a:p>
          <a:p>
            <a:pPr marL="0" indent="0">
              <a:buNone/>
            </a:pPr>
            <a:r>
              <a:rPr lang="zh-CN" altLang="en-US" dirty="0"/>
              <a:t>或批处理文件。的错误可以输入如下命令：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cd C:\Program Files\NVIDIA Corporation\NVSMI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然后再输入：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nvidia-smi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表中可见</a:t>
            </a:r>
            <a:r>
              <a:rPr lang="en-US" altLang="zh-CN" dirty="0"/>
              <a:t>NVIDIA-SMI 442.50</a:t>
            </a:r>
            <a:r>
              <a:rPr lang="zh-CN" altLang="en-US" dirty="0"/>
              <a:t>是大于要求的</a:t>
            </a:r>
            <a:r>
              <a:rPr lang="en-US" altLang="zh-CN" dirty="0"/>
              <a:t>410</a:t>
            </a:r>
            <a:r>
              <a:rPr lang="zh-CN" altLang="en-US" dirty="0"/>
              <a:t>的所以可以安装</a:t>
            </a:r>
            <a:r>
              <a:rPr lang="en-US" altLang="zh-CN" dirty="0"/>
              <a:t>GPU</a:t>
            </a:r>
            <a:r>
              <a:rPr lang="zh-CN" altLang="en-US" dirty="0"/>
              <a:t>版本。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⑤</a:t>
            </a:r>
            <a:r>
              <a:rPr lang="en-US" altLang="zh-CN" dirty="0"/>
              <a:t>CUDA</a:t>
            </a:r>
            <a:r>
              <a:rPr lang="zh-CN" altLang="en-US" dirty="0"/>
              <a:t>和</a:t>
            </a:r>
            <a:r>
              <a:rPr lang="en-US" altLang="zh-CN" dirty="0" err="1"/>
              <a:t>cudnn</a:t>
            </a:r>
            <a:r>
              <a:rPr lang="zh-CN" altLang="en-US" dirty="0"/>
              <a:t>的安装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CUDA</a:t>
            </a:r>
            <a:r>
              <a:rPr lang="zh-CN" altLang="en-US" dirty="0"/>
              <a:t>下载：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网址 </a:t>
            </a:r>
            <a:r>
              <a:rPr lang="en-US" altLang="zh-CN" dirty="0">
                <a:hlinkClick r:id="rId2"/>
              </a:rPr>
              <a:t>https://developer.nvidia.com/cuda-toolkit-archive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选择</a:t>
            </a:r>
            <a:r>
              <a:rPr lang="en-US" altLang="zh-CN" dirty="0"/>
              <a:t>10.0</a:t>
            </a:r>
            <a:r>
              <a:rPr lang="zh-CN" altLang="en-US" dirty="0"/>
              <a:t>版本，选择自己的系统进行下载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EDB39A-2257-42B8-A5A5-98DB3A3AA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70" y="4538781"/>
            <a:ext cx="5606466" cy="22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9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C96CA-9516-4BE7-A2AE-176161911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395" y="496834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下载好可能需要解压然后进行安装：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6" name="Picture 2" descr="在这里插入图片描述">
            <a:extLst>
              <a:ext uri="{FF2B5EF4-FFF2-40B4-BE49-F238E27FC236}">
                <a16:creationId xmlns:a16="http://schemas.microsoft.com/office/drawing/2014/main" id="{5A46A7EC-4304-4C63-9CEE-A71EB8AD6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2" y="1234992"/>
            <a:ext cx="7038975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54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7FDDD-2C41-45C5-92D9-24D27030A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65222"/>
            <a:ext cx="8946541" cy="57831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之后选择自定义安装：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50" name="Picture 2" descr="在这里插入图片描述">
            <a:extLst>
              <a:ext uri="{FF2B5EF4-FFF2-40B4-BE49-F238E27FC236}">
                <a16:creationId xmlns:a16="http://schemas.microsoft.com/office/drawing/2014/main" id="{50C5FEAD-CBED-4F9B-9A5E-D100BD0E4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1009650"/>
            <a:ext cx="7077075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51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D5F98-CE28-4CAE-BA9D-B054250C9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29390"/>
            <a:ext cx="8946541" cy="57190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下一步要注意三个点，首先尽量将组件中的</a:t>
            </a:r>
            <a:r>
              <a:rPr lang="en-US" altLang="zh-CN" dirty="0"/>
              <a:t>NVDIA GeForce Experience</a:t>
            </a:r>
            <a:r>
              <a:rPr lang="zh-CN" altLang="en-US" dirty="0"/>
              <a:t>选项勾掉。这个是</a:t>
            </a:r>
            <a:r>
              <a:rPr lang="en-US" altLang="zh-CN" dirty="0"/>
              <a:t>NVDIA</a:t>
            </a:r>
            <a:r>
              <a:rPr lang="zh-CN" altLang="en-US" dirty="0"/>
              <a:t>提供给用户的一个类似于控制面板的东西，但是目前电脑装机一般都给安装了；而且就算是没有，这个东西对我们显卡加速程序是没有帮助的。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307CF978-44E5-4A3C-BA3A-E4F59EB6F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146" y="1767639"/>
            <a:ext cx="6485707" cy="485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64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B46E5-ADA5-4D63-84A4-9C60B162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29390"/>
            <a:ext cx="8946541" cy="57190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其次，在组件</a:t>
            </a:r>
            <a:r>
              <a:rPr lang="en-US" altLang="zh-CN" dirty="0"/>
              <a:t>CUDA</a:t>
            </a:r>
            <a:r>
              <a:rPr lang="zh-CN" altLang="en-US" dirty="0"/>
              <a:t>中将</a:t>
            </a:r>
            <a:r>
              <a:rPr lang="en-US" altLang="zh-CN" dirty="0"/>
              <a:t>Visual Studio </a:t>
            </a:r>
            <a:r>
              <a:rPr lang="en-US" altLang="zh-CN" dirty="0" err="1"/>
              <a:t>Intergration</a:t>
            </a:r>
            <a:r>
              <a:rPr lang="zh-CN" altLang="en-US" dirty="0"/>
              <a:t>取消掉。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098" name="Picture 2" descr="在这里插入图片描述">
            <a:extLst>
              <a:ext uri="{FF2B5EF4-FFF2-40B4-BE49-F238E27FC236}">
                <a16:creationId xmlns:a16="http://schemas.microsoft.com/office/drawing/2014/main" id="{19955D62-C39D-4C8F-A77B-F53C9BE74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289636"/>
            <a:ext cx="7086600" cy="53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138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024055-A09C-4041-91A8-970A6BC0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33138"/>
            <a:ext cx="8946541" cy="581526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最后，</a:t>
            </a:r>
            <a:r>
              <a:rPr lang="en-US" altLang="zh-CN" dirty="0"/>
              <a:t>CUDA</a:t>
            </a:r>
            <a:r>
              <a:rPr lang="zh-CN" altLang="en-US" dirty="0"/>
              <a:t>在安装的时候会默认安装一个</a:t>
            </a:r>
            <a:r>
              <a:rPr lang="en-US" altLang="zh-CN" dirty="0"/>
              <a:t>NVDIA</a:t>
            </a:r>
            <a:r>
              <a:rPr lang="zh-CN" altLang="en-US" dirty="0"/>
              <a:t>的显卡驱动。下图可以看出，该显卡驱动版本是</a:t>
            </a:r>
            <a:r>
              <a:rPr lang="en-US" altLang="zh-CN" dirty="0"/>
              <a:t>411.31</a:t>
            </a:r>
            <a:r>
              <a:rPr lang="zh-CN" altLang="en-US" dirty="0"/>
              <a:t>。划重点：“当前版本”这一栏会显示你目前电脑上的显卡驱动型号，比如下图所示，我的电脑目前驱动是</a:t>
            </a:r>
            <a:r>
              <a:rPr lang="en-US" altLang="zh-CN" dirty="0"/>
              <a:t>430.86</a:t>
            </a:r>
            <a:r>
              <a:rPr lang="zh-CN" altLang="en-US" dirty="0"/>
              <a:t>，这个数字大于</a:t>
            </a:r>
            <a:r>
              <a:rPr lang="en-US" altLang="zh-CN" dirty="0"/>
              <a:t>411.31</a:t>
            </a:r>
            <a:r>
              <a:rPr lang="zh-CN" altLang="en-US" dirty="0"/>
              <a:t>，说明版本更新一些。那么一定要把</a:t>
            </a:r>
            <a:r>
              <a:rPr lang="en-US" altLang="zh-CN" dirty="0"/>
              <a:t>display driver</a:t>
            </a:r>
            <a:r>
              <a:rPr lang="zh-CN" altLang="en-US" dirty="0"/>
              <a:t>取消掉！如果你的当前版本低于</a:t>
            </a:r>
            <a:r>
              <a:rPr lang="en-US" altLang="zh-CN" dirty="0"/>
              <a:t>CUDA</a:t>
            </a:r>
            <a:r>
              <a:rPr lang="zh-CN" altLang="en-US" dirty="0"/>
              <a:t>想要安装的新版本，那么一定要把</a:t>
            </a:r>
            <a:r>
              <a:rPr lang="en-US" altLang="zh-CN" dirty="0"/>
              <a:t>display driver</a:t>
            </a:r>
            <a:r>
              <a:rPr lang="zh-CN" altLang="en-US" dirty="0"/>
              <a:t>勾选，驱动版本不够新，</a:t>
            </a:r>
            <a:r>
              <a:rPr lang="en-US" altLang="zh-CN" dirty="0"/>
              <a:t>CUDA</a:t>
            </a:r>
            <a:r>
              <a:rPr lang="zh-CN" altLang="en-US" dirty="0"/>
              <a:t>也运行不了。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7B3CC6D8-F12F-4D7C-BD96-2D2B3F4E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033" y="2327609"/>
            <a:ext cx="5689934" cy="429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428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50026-3CB4-418A-9515-D40D825B2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673768"/>
            <a:ext cx="8946541" cy="557463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安装完成后一定要从下图路径中查看有没有</a:t>
            </a:r>
            <a:r>
              <a:rPr lang="en-US" altLang="zh-CN" dirty="0"/>
              <a:t>nvcc.exe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2D0BAD-B8F8-44C2-B13B-B1DF4ADF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84133"/>
            <a:ext cx="95250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3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10742-DB3C-4006-BD24-DCB4FFA5F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49180"/>
            <a:ext cx="8946541" cy="57992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cudnn</a:t>
            </a:r>
            <a:r>
              <a:rPr lang="zh-CN" altLang="en-US" dirty="0"/>
              <a:t>下载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下载网址：</a:t>
            </a:r>
            <a:r>
              <a:rPr lang="en-US" altLang="zh-CN" dirty="0">
                <a:hlinkClick r:id="rId2"/>
              </a:rPr>
              <a:t>https://developer.nvidia.com/rdp/cudnn-archive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一定要选择</a:t>
            </a:r>
            <a:r>
              <a:rPr lang="en-US" altLang="zh-CN" dirty="0"/>
              <a:t>CUDA10.0</a:t>
            </a:r>
            <a:r>
              <a:rPr lang="zh-CN" altLang="en-US" dirty="0"/>
              <a:t>对应的</a:t>
            </a:r>
            <a:r>
              <a:rPr lang="en-US" altLang="zh-CN" dirty="0" err="1"/>
              <a:t>cudnn</a:t>
            </a:r>
            <a:r>
              <a:rPr lang="zh-CN" altLang="en-US" dirty="0"/>
              <a:t>，且</a:t>
            </a:r>
            <a:r>
              <a:rPr lang="en-US" altLang="zh-CN" dirty="0" err="1"/>
              <a:t>cudnn</a:t>
            </a:r>
            <a:r>
              <a:rPr lang="zh-CN" altLang="en-US" dirty="0"/>
              <a:t>版本要大于</a:t>
            </a:r>
            <a:r>
              <a:rPr lang="en-US" altLang="zh-CN" dirty="0"/>
              <a:t>7.4.1</a:t>
            </a:r>
            <a:r>
              <a:rPr lang="zh-CN" altLang="en-US" dirty="0"/>
              <a:t>，然后选择对应的操作系统。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下载好之后解压，解压好后得到如下三个文件夹：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4D5AFD-3D4A-4B2B-8D8E-2C6865DBC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5" y="2382754"/>
            <a:ext cx="6381750" cy="9620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582A86-D92D-4AE8-B169-239C4A8AA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562" y="4659730"/>
            <a:ext cx="62388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2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7B72A-E2A4-4195-9C98-3B35CEC6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763" y="400557"/>
            <a:ext cx="8946541" cy="54142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将上述三个文件夹全部复制到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C:\Program Files\NVIDIA GPU Computing Toolkit\CUDA\v10.0</a:t>
            </a:r>
          </a:p>
          <a:p>
            <a:pPr marL="0" indent="0">
              <a:buNone/>
            </a:pPr>
            <a:r>
              <a:rPr lang="zh-CN" altLang="en-US" dirty="0"/>
              <a:t>文件夹中，这样</a:t>
            </a:r>
            <a:r>
              <a:rPr lang="en-US" altLang="zh-CN" dirty="0" err="1"/>
              <a:t>cudnn</a:t>
            </a:r>
            <a:r>
              <a:rPr lang="zh-CN" altLang="en-US" dirty="0"/>
              <a:t>就安装完成了。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⑥环境变量的配置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开始配置环境变量！右键点击“我的电脑”，选择“属性”，选择“高级系统设置”，接下来的窗口如下图所示。接下来选择“系统变量”里面的</a:t>
            </a:r>
            <a:r>
              <a:rPr lang="en-US" altLang="zh-CN" dirty="0"/>
              <a:t>Path</a:t>
            </a:r>
            <a:r>
              <a:rPr lang="zh-CN" altLang="en-US" dirty="0"/>
              <a:t>，点击“编辑”。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BC2DE7-608F-486F-933D-20858797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409" y="3016577"/>
            <a:ext cx="4863057" cy="3796542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F7D1D5B-BB84-4831-928C-494C3EB04F43}"/>
              </a:ext>
            </a:extLst>
          </p:cNvPr>
          <p:cNvCxnSpPr/>
          <p:nvPr/>
        </p:nvCxnSpPr>
        <p:spPr>
          <a:xfrm>
            <a:off x="3319409" y="5674936"/>
            <a:ext cx="243923" cy="13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39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3BE2F-7D5B-4C54-8B04-2444A3894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09048"/>
            <a:ext cx="8946541" cy="57393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需要有的环境变量有如下四个，缺少添加其路径即可，四个都有则环境变量配置完成。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D3EFCF-7815-40C0-895F-5F3B25C3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662237"/>
            <a:ext cx="88392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99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7F15F-B586-4669-9BAB-6D33F6BC0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689812"/>
            <a:ext cx="8946541" cy="55585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⑦安装</a:t>
            </a:r>
            <a:r>
              <a:rPr lang="en-US" altLang="zh-CN" dirty="0"/>
              <a:t>tensorflow2.0</a:t>
            </a:r>
          </a:p>
          <a:p>
            <a:pPr marL="457200" indent="-457200">
              <a:buFont typeface="+mj-lt"/>
              <a:buAutoNum type="alphaLcParenR"/>
            </a:pPr>
            <a:r>
              <a:rPr lang="zh-CN" altLang="en-US" dirty="0"/>
              <a:t>使用</a:t>
            </a:r>
            <a:r>
              <a:rPr lang="en-US" altLang="zh-CN" dirty="0"/>
              <a:t>Anaconda Prompt</a:t>
            </a:r>
            <a:r>
              <a:rPr lang="zh-CN" altLang="en-US" dirty="0"/>
              <a:t>创建</a:t>
            </a:r>
            <a:r>
              <a:rPr lang="en-US" altLang="zh-CN" dirty="0" err="1"/>
              <a:t>tensorflow_gpu</a:t>
            </a:r>
            <a:r>
              <a:rPr lang="zh-CN" altLang="en-US" dirty="0"/>
              <a:t>的虚拟环境，并激活虚拟环境。</a:t>
            </a:r>
            <a:endParaRPr lang="en-US" altLang="zh-CN" dirty="0"/>
          </a:p>
          <a:p>
            <a:pPr marL="457200" indent="-457200">
              <a:buFont typeface="+mj-lt"/>
              <a:buAutoNum type="alphaLcParenR"/>
            </a:pPr>
            <a:r>
              <a:rPr lang="zh-CN" altLang="en-US" dirty="0"/>
              <a:t>激活虚拟环境后，输入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pip install </a:t>
            </a:r>
            <a:r>
              <a:rPr lang="en-US" altLang="zh-CN" dirty="0" err="1"/>
              <a:t>tensorflow-gpu</a:t>
            </a:r>
            <a:r>
              <a:rPr lang="en-US" altLang="zh-CN" dirty="0"/>
              <a:t>==2.0.0 -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https://pypi.doubanio.com/simple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等待安装即可。</a:t>
            </a:r>
            <a:endParaRPr lang="en-US" altLang="zh-CN" dirty="0"/>
          </a:p>
          <a:p>
            <a:pPr marL="457200" indent="-457200">
              <a:buFont typeface="+mj-lt"/>
              <a:buAutoNum type="alphaLcParenR"/>
            </a:pPr>
            <a:r>
              <a:rPr lang="zh-CN" altLang="en-US" dirty="0"/>
              <a:t>安装完成后输入</a:t>
            </a:r>
            <a:r>
              <a:rPr lang="en-US" altLang="zh-CN" dirty="0"/>
              <a:t>python</a:t>
            </a:r>
            <a:r>
              <a:rPr lang="zh-CN" altLang="en-US" dirty="0"/>
              <a:t>，进入</a:t>
            </a:r>
            <a:r>
              <a:rPr lang="en-US" altLang="zh-CN" dirty="0"/>
              <a:t>python</a:t>
            </a:r>
            <a:r>
              <a:rPr lang="zh-CN" altLang="en-US" dirty="0"/>
              <a:t>的环境进行测试。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输入：</a:t>
            </a:r>
            <a:r>
              <a:rPr lang="en-US" altLang="zh-CN" dirty="0"/>
              <a:t>import </a:t>
            </a:r>
            <a:r>
              <a:rPr lang="en-US" altLang="zh-CN" dirty="0" err="1"/>
              <a:t>tensorflow</a:t>
            </a:r>
            <a:r>
              <a:rPr lang="en-US" altLang="zh-CN" dirty="0"/>
              <a:t> as </a:t>
            </a:r>
            <a:r>
              <a:rPr lang="en-US" altLang="zh-CN" dirty="0" err="1"/>
              <a:t>tf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version = </a:t>
            </a:r>
            <a:r>
              <a:rPr lang="en-US" altLang="zh-CN" dirty="0" err="1"/>
              <a:t>tf</a:t>
            </a:r>
            <a:r>
              <a:rPr lang="en-US" altLang="zh-CN" dirty="0"/>
              <a:t>.__version__</a:t>
            </a:r>
          </a:p>
          <a:p>
            <a:pPr marL="0" indent="0"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gpu_ok</a:t>
            </a:r>
            <a:r>
              <a:rPr lang="en-US" altLang="zh-CN" dirty="0"/>
              <a:t> = </a:t>
            </a:r>
            <a:r>
              <a:rPr lang="en-US" altLang="zh-CN" dirty="0" err="1"/>
              <a:t>tf.test.is_gpu_available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           print("</a:t>
            </a:r>
            <a:r>
              <a:rPr lang="en-US" altLang="zh-CN" dirty="0" err="1"/>
              <a:t>tf</a:t>
            </a:r>
            <a:r>
              <a:rPr lang="en-US" altLang="zh-CN" dirty="0"/>
              <a:t> </a:t>
            </a:r>
            <a:r>
              <a:rPr lang="en-US" altLang="zh-CN" dirty="0" err="1"/>
              <a:t>version:",version</a:t>
            </a:r>
            <a:r>
              <a:rPr lang="en-US" altLang="zh-CN" dirty="0"/>
              <a:t>,"\</a:t>
            </a:r>
            <a:r>
              <a:rPr lang="en-US" altLang="zh-CN" dirty="0" err="1"/>
              <a:t>nuse</a:t>
            </a:r>
            <a:r>
              <a:rPr lang="en-US" altLang="zh-CN" dirty="0"/>
              <a:t> GPU",</a:t>
            </a:r>
            <a:r>
              <a:rPr lang="en-US" altLang="zh-CN" dirty="0" err="1"/>
              <a:t>gpu_ok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dirty="0"/>
              <a:t>输出：</a:t>
            </a:r>
            <a:r>
              <a:rPr lang="en-US" altLang="zh-CN" dirty="0" err="1"/>
              <a:t>tf</a:t>
            </a:r>
            <a:r>
              <a:rPr lang="en-US" altLang="zh-CN" dirty="0"/>
              <a:t> version: 2.0.0</a:t>
            </a:r>
          </a:p>
          <a:p>
            <a:pPr marL="0" indent="0">
              <a:buNone/>
            </a:pPr>
            <a:r>
              <a:rPr lang="en-US" altLang="zh-CN" dirty="0"/>
              <a:t>           use GPU True</a:t>
            </a:r>
          </a:p>
          <a:p>
            <a:pPr marL="0" indent="0">
              <a:buNone/>
            </a:pPr>
            <a:r>
              <a:rPr lang="zh-CN" altLang="en-US" dirty="0"/>
              <a:t>表示安装</a:t>
            </a:r>
            <a:r>
              <a:rPr lang="en-US" altLang="zh-CN" dirty="0"/>
              <a:t>GPU</a:t>
            </a:r>
            <a:r>
              <a:rPr lang="zh-CN" altLang="en-US" dirty="0"/>
              <a:t>版本成功。</a:t>
            </a:r>
            <a:endParaRPr lang="en-US" altLang="zh-CN" dirty="0"/>
          </a:p>
          <a:p>
            <a:pPr marL="457200" indent="-457200">
              <a:buFont typeface="+mj-lt"/>
              <a:buAutoNum type="alphaLcParenR"/>
            </a:pPr>
            <a:endParaRPr lang="en-US" altLang="zh-CN" dirty="0"/>
          </a:p>
          <a:p>
            <a:pPr marL="457200" indent="-457200">
              <a:buFont typeface="+mj-lt"/>
              <a:buAutoNum type="alphaLcParenR"/>
            </a:pPr>
            <a:endParaRPr lang="en-US" altLang="zh-CN" dirty="0"/>
          </a:p>
          <a:p>
            <a:pPr marL="457200" indent="-457200">
              <a:buFont typeface="+mj-lt"/>
              <a:buAutoNum type="alphaLcParenR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916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TM02836342[[fn=离子]]</Template>
  <TotalTime>716</TotalTime>
  <Words>1367</Words>
  <Application>Microsoft Office PowerPoint</Application>
  <PresentationFormat>宽屏</PresentationFormat>
  <Paragraphs>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离子</vt:lpstr>
      <vt:lpstr>Tensorflow2.0安装</vt:lpstr>
      <vt:lpstr>Anaconda3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Tensorflow2.0安装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Tensorflow2.0安装</dc:title>
  <dc:creator>小 贱乐逍遥</dc:creator>
  <cp:lastModifiedBy>小 贱乐逍遥</cp:lastModifiedBy>
  <cp:revision>26</cp:revision>
  <dcterms:created xsi:type="dcterms:W3CDTF">2020-08-13T13:34:02Z</dcterms:created>
  <dcterms:modified xsi:type="dcterms:W3CDTF">2020-08-18T01:06:48Z</dcterms:modified>
</cp:coreProperties>
</file>
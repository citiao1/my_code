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60" r:id="rId1"/>
    <p:sldMasterId id="2147483672" r:id="rId2"/>
    <p:sldMasterId id="2147483678" r:id="rId3"/>
  </p:sldMasterIdLst>
  <p:notesMasterIdLst>
    <p:notesMasterId r:id="rId26"/>
  </p:notesMasterIdLst>
  <p:sldIdLst>
    <p:sldId id="566" r:id="rId4"/>
    <p:sldId id="271" r:id="rId5"/>
    <p:sldId id="572" r:id="rId6"/>
    <p:sldId id="441" r:id="rId7"/>
    <p:sldId id="585" r:id="rId8"/>
    <p:sldId id="573" r:id="rId9"/>
    <p:sldId id="584" r:id="rId10"/>
    <p:sldId id="586" r:id="rId11"/>
    <p:sldId id="587" r:id="rId12"/>
    <p:sldId id="574" r:id="rId13"/>
    <p:sldId id="588" r:id="rId14"/>
    <p:sldId id="598" r:id="rId15"/>
    <p:sldId id="596" r:id="rId16"/>
    <p:sldId id="575" r:id="rId17"/>
    <p:sldId id="595" r:id="rId18"/>
    <p:sldId id="583" r:id="rId19"/>
    <p:sldId id="593" r:id="rId20"/>
    <p:sldId id="592" r:id="rId21"/>
    <p:sldId id="594" r:id="rId22"/>
    <p:sldId id="599" r:id="rId23"/>
    <p:sldId id="600" r:id="rId24"/>
    <p:sldId id="580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1" autoAdjust="0"/>
    <p:restoredTop sz="94660"/>
  </p:normalViewPr>
  <p:slideViewPr>
    <p:cSldViewPr snapToGrid="0">
      <p:cViewPr varScale="1">
        <p:scale>
          <a:sx n="84" d="100"/>
          <a:sy n="84" d="100"/>
        </p:scale>
        <p:origin x="108" y="29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D26B66-158B-4F63-B349-59F6AD3033FD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066F12-D022-4D42-A40A-FF8EC2252D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057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C912F76-3494-4476-AD89-0909F6282D89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15C117-C0D3-478F-A650-DDB9633867F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912F76-3494-4476-AD89-0909F6282D8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3DABB-D0F0-656E-86A1-012002978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0CBB5A4-57DC-B562-DE4C-6DB44C2BE6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D2A5467-E547-E1C8-1C4E-EB591A91CF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C99D40-808B-847C-3263-1C413503C3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0DB99A-7BF9-4FD2-9B19-74DA113A5EF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84128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C85FD-0AEA-2C93-216F-D717EB787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8028765-D398-9A5A-FB11-084BBAC0B4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3D5EF18-E8A7-CC80-503F-795E619D20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D0C312-0D4D-7F65-DBFF-B8E018694E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0DB99A-7BF9-4FD2-9B19-74DA113A5EF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63178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912F76-3494-4476-AD89-0909F6282D8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40CCB-BAAF-B9E4-D506-CCEBD59FF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97E62E7-A1EA-2714-CD09-9BCEA109EE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B21EDED-5B4D-9433-71BA-880D59B993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2A8AAA-F8D2-F7CC-EC93-DAD2138B94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0DB99A-7BF9-4FD2-9B19-74DA113A5EF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10005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D8245-20CC-4BF3-B733-DD9AE6EEF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1DC49BB-3F1F-3ED7-AF75-BA85DC3716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FFA1EC3-E539-8598-732A-BA4E2B28F2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5FAF55-95CA-3169-32DF-958A52D6F8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0DB99A-7BF9-4FD2-9B19-74DA113A5EF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70221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7960D-0A50-6B05-FDF8-BA1A8B939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00AF86B-4F63-FE43-BD93-AA12D1E058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026CD77-8902-48A5-BE7C-6464E127C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97E6E8-9D15-A91D-9E93-B2B189BA40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0DB99A-7BF9-4FD2-9B19-74DA113A5EF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72728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2364D-1963-F597-B869-33E4C3A16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CB22474-EC90-222C-CD6C-6A679FEA66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F9E5037-9F95-82CD-20E9-CF8BD99804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C3A6CE-CB54-9D6A-9AD7-8E26AC7BB8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912F76-3494-4476-AD89-0909F6282D8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17267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19550-114C-D3C3-B3F6-A74BDE68A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950E457-D8B7-16DC-11EF-BA8CDAA45C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E8A8545-2D5C-603E-D58A-27471016C2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580EF5-62A3-4970-BDA3-97C87C8D54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0DB99A-7BF9-4FD2-9B19-74DA113A5EF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35046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7E433-D25A-E381-474D-3995E5EE1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B1CE22-0B50-594A-329A-5E364F5342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80817B9-0B82-672C-B083-FE300B70A7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D07728-2668-D9DF-6CA3-79663A2334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0DB99A-7BF9-4FD2-9B19-74DA113A5EF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64230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D5F3D-7D79-90D6-0049-4E5366ABD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ECD4F2B-2680-08DA-1559-96F5037C13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348437F-DEBA-D528-0A2D-6C2A073F67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ABF533-CF6C-4E9B-02FA-24085DD185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0DB99A-7BF9-4FD2-9B19-74DA113A5EF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17853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F2292-6946-D532-0A71-C41880768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5387359-071F-2027-FB6D-CDA8368AA2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EB5A185-C452-E926-73A0-6B0192264A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1DE6A5-B205-840E-61E2-8D5EAD71C5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912F76-3494-4476-AD89-0909F6282D8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31902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AD8C6-5003-BCBA-A283-50AF83CD7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A24849F-4756-2906-19D2-5D4F382C63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97A0792-B938-C261-E3F3-97248A848B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381394-F2D1-E55C-0BED-6DE0BE1E52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0DB99A-7BF9-4FD2-9B19-74DA113A5EF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81346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A692D-9BD8-3242-3A43-AC0B8B24F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B7B3650-3CE6-4779-1C16-A167B70796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4387ED2-3B95-3365-859C-382DA43A38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203779-0870-366F-6ED0-4655143089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0DB99A-7BF9-4FD2-9B19-74DA113A5EF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14595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56C01-1699-AAAD-93EA-816A64A9B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2BBBA5-419C-D63D-D49C-677303DFDE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DD95981-2397-344B-4864-208EB3ACAA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A375F2-6135-7260-E01B-C30CCE801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0DB99A-7BF9-4FD2-9B19-74DA113A5EF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32624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77622-AD1A-9981-F1EF-C509682B2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C76D702-551F-1899-9BD0-1468A0944E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5543C0-BD72-D98C-CEF4-F8F5BCDA11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DCC9B3-5863-BD13-9EA5-F2CE49318A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0DB99A-7BF9-4FD2-9B19-74DA113A5EF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6255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8EA64-8F67-A354-78B1-03305C06D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ED6971A-2922-9221-6B3D-AB33801899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DC41C29-FA5E-0CB5-137A-E71B6A5638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BF0032-6C31-0585-1EFC-901900C7BD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0DB99A-7BF9-4FD2-9B19-74DA113A5EF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46313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A0A1E-4460-32E4-B013-B876AF1AC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A5B200-E5EE-045C-01BD-A4D5AF96F6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B90C474-63BF-5D5B-DA94-3449BD8E63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A5F8F6-2278-F452-FDBF-93179E0504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0DB99A-7BF9-4FD2-9B19-74DA113A5EF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89398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291A1-2C6C-21DD-2591-AC44F7420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85A7DAB-4A8F-FEBB-A9CC-13BDE52C74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5A61CC5-F2A5-C451-5B7D-F125380A54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ADF0BD-CC7A-B01C-4C19-BC6AF7C3E7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0DB99A-7BF9-4FD2-9B19-74DA113A5EF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47905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912F76-3494-4476-AD89-0909F6282D89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3FF3DE-7B84-4576-84A5-EF4A1E324F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6057763-DBFA-449E-BAB6-92036F461D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ADA6C-340B-4331-8B0D-53C3F67AA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A79C1-F052-4E7E-9990-32363E7473B3}" type="datetime1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A23190-3F03-4A84-9478-7BF9FB16C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AB14BA-7316-4915-8031-40858F15B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F095B-0CF0-4B80-866C-2A0A4A9CB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2337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EA826-777D-416C-832D-F97B9C1B5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8F8F7E-B87D-4E82-902C-6D1B30475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0BFB25-E317-4C68-97FE-C6737BF6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F765A-FF35-4245-A027-2F7978ECF9D6}" type="datetime1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0EDB37-79CB-43A5-8578-03B6E9F98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707A64-3089-4774-AC2E-7C676FB53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F095B-0CF0-4B80-866C-2A0A4A9CB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715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94EF21-78B5-43E5-9E8C-2DA8E9354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4224A32-981A-47B8-802F-CFB858B30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0338B0-25CC-4FA9-89EA-4E04C3134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FDF3B-D259-42EE-A46C-18576E20FBDD}" type="datetime1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4F2F5A-18CB-42DC-A3C3-AE3764CCC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30FBC9-DD05-4C1A-ABAB-80BA0CEFC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F095B-0CF0-4B80-866C-2A0A4A9CB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97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046BBD-BECB-4193-8C7D-4AFEC368A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FFBE1C-62DC-4388-AEBF-4A3A3A9480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2791164-0447-44AC-859A-183DC8001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B9385C-68D4-44DD-93BD-EF97D6270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DB600-C055-4A65-A0E9-CBFD9CF9F0E7}" type="datetime1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E15C54-BA4A-4D59-836C-13541FDEA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7560767-2D0B-4450-BD74-2F36B0FE5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F095B-0CF0-4B80-866C-2A0A4A9CB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8990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CF914B-57EE-49FE-9705-7762612EE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ED45A3-4964-4913-9484-CA9D52B509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708D7AC-8755-438B-9224-BF6226C9FC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CB56A56-9126-4BF6-BF4C-B93B8B3ABC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E120D35-051F-4902-9F78-68278CC931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77DB160-2C71-44F7-88AA-C8BCBFCE7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58690-4905-419F-8433-9FF2243CB352}" type="datetime1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4D5B764-268B-45AB-B3F9-6D450E52C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D288808-F8CD-4742-BB1F-1D4CBA0F4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F095B-0CF0-4B80-866C-2A0A4A9CB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0295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E3B573-55B5-4262-8F6B-009418018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1552A1A-4290-4CD0-8555-65E1C036E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99AD1-6440-457C-991C-6223C03D661C}" type="datetime1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65C92F0-85F6-4F21-A575-9E839323D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0C26EB6-C055-4D57-82C0-4100027A5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F095B-0CF0-4B80-866C-2A0A4A9CB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5371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FFB03E9-8EBF-439E-99E2-74988E46C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70B75-2769-4646-B01E-D9D95C876993}" type="datetime1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C7190D2-DAAC-47D7-AB01-38EED8544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3D519F-C58E-4690-BF72-B5A2F0050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F095B-0CF0-4B80-866C-2A0A4A9CB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8393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68B21F-6995-46FC-B3BC-9F66E5654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F84ECD-EE58-4DEC-9277-C352FFDA7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65F3CD-88DD-4CBB-827D-C747C486CF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2D51AE-5150-4513-BDC9-DE071F4DF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776CB-B1DB-4572-A326-2F30F9733BEF}" type="datetime1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41DA4C-18EE-490D-A329-B606CF0B8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2C75B5-8619-4397-8AF1-7DFE8B33A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F095B-0CF0-4B80-866C-2A0A4A9CB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0982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BE24A4-8412-4121-9166-919802A0B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68F62DD-D95E-4D17-9369-3FF07B3CF9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EACDE3A-E5E4-4090-AF7C-EAF4DF6F43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4D0C5E0-FDC9-40A7-8A5B-9BE92DA79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FE9FF-E181-4232-9F26-03BBDF5BB5DA}" type="datetime1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E60546E-1537-4B51-A7A5-57A8F6ACE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3EC2B94-14CB-42D0-9836-EB3965FE4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F095B-0CF0-4B80-866C-2A0A4A9CB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92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780DD0-7A45-4F12-967B-7D10FCB44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DAE40C4-8F25-4F1A-8D00-26D0DD674A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AC200E-C645-46C0-94B2-1BB2CC2F0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1DA32-30EB-4F5D-8E95-35FC47D0FCC1}" type="datetime1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6A277C-411E-4020-8D11-137B008B8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6BB96F-07C6-49BC-81AF-94DD0349C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F095B-0CF0-4B80-866C-2A0A4A9CB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0040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5CE15D1-FD56-40F1-A7A0-88928DAD74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F864880-4CF7-45B2-924E-EAE578DD43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315448-70AE-4F6D-9605-FE5B5355C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56C98-CA4B-451F-BD3F-0B1F47096766}" type="datetime1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D2BC1F-380E-49D7-A1D6-38FECE1BE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EFAE2A-8FED-422E-9C28-7C596ECAE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F095B-0CF0-4B80-866C-2A0A4A9CB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947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5B7C-9CA1-4257-8EBB-4A49DF31859F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C7477-D746-4D99-BFA2-807D366EBA98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9111947" y="351889"/>
            <a:ext cx="465708" cy="472063"/>
            <a:chOff x="4796805" y="-215900"/>
            <a:chExt cx="2093913" cy="2122488"/>
          </a:xfrm>
          <a:solidFill>
            <a:srgbClr val="0070C0"/>
          </a:solidFill>
        </p:grpSpPr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4796805" y="-215900"/>
              <a:ext cx="2093913" cy="2122488"/>
            </a:xfrm>
            <a:custGeom>
              <a:avLst/>
              <a:gdLst>
                <a:gd name="T0" fmla="*/ 1391 w 2783"/>
                <a:gd name="T1" fmla="*/ 0 h 2783"/>
                <a:gd name="T2" fmla="*/ 0 w 2783"/>
                <a:gd name="T3" fmla="*/ 1391 h 2783"/>
                <a:gd name="T4" fmla="*/ 1391 w 2783"/>
                <a:gd name="T5" fmla="*/ 2783 h 2783"/>
                <a:gd name="T6" fmla="*/ 2783 w 2783"/>
                <a:gd name="T7" fmla="*/ 1391 h 2783"/>
                <a:gd name="T8" fmla="*/ 1391 w 2783"/>
                <a:gd name="T9" fmla="*/ 0 h 2783"/>
                <a:gd name="T10" fmla="*/ 1391 w 2783"/>
                <a:gd name="T11" fmla="*/ 55 h 2783"/>
                <a:gd name="T12" fmla="*/ 55 w 2783"/>
                <a:gd name="T13" fmla="*/ 1391 h 2783"/>
                <a:gd name="T14" fmla="*/ 1391 w 2783"/>
                <a:gd name="T15" fmla="*/ 2728 h 2783"/>
                <a:gd name="T16" fmla="*/ 2728 w 2783"/>
                <a:gd name="T17" fmla="*/ 1391 h 2783"/>
                <a:gd name="T18" fmla="*/ 1391 w 2783"/>
                <a:gd name="T19" fmla="*/ 55 h 2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83" h="2783">
                  <a:moveTo>
                    <a:pt x="1391" y="0"/>
                  </a:moveTo>
                  <a:cubicBezTo>
                    <a:pt x="623" y="0"/>
                    <a:pt x="0" y="623"/>
                    <a:pt x="0" y="1391"/>
                  </a:cubicBezTo>
                  <a:cubicBezTo>
                    <a:pt x="0" y="2160"/>
                    <a:pt x="623" y="2783"/>
                    <a:pt x="1391" y="2783"/>
                  </a:cubicBezTo>
                  <a:cubicBezTo>
                    <a:pt x="2160" y="2783"/>
                    <a:pt x="2783" y="2160"/>
                    <a:pt x="2783" y="1391"/>
                  </a:cubicBezTo>
                  <a:cubicBezTo>
                    <a:pt x="2783" y="623"/>
                    <a:pt x="2160" y="0"/>
                    <a:pt x="1391" y="0"/>
                  </a:cubicBezTo>
                  <a:close/>
                  <a:moveTo>
                    <a:pt x="1391" y="55"/>
                  </a:moveTo>
                  <a:cubicBezTo>
                    <a:pt x="654" y="55"/>
                    <a:pt x="55" y="654"/>
                    <a:pt x="55" y="1391"/>
                  </a:cubicBezTo>
                  <a:cubicBezTo>
                    <a:pt x="55" y="2129"/>
                    <a:pt x="654" y="2728"/>
                    <a:pt x="1391" y="2728"/>
                  </a:cubicBezTo>
                  <a:cubicBezTo>
                    <a:pt x="2129" y="2728"/>
                    <a:pt x="2728" y="2129"/>
                    <a:pt x="2728" y="1391"/>
                  </a:cubicBezTo>
                  <a:cubicBezTo>
                    <a:pt x="2728" y="654"/>
                    <a:pt x="2129" y="55"/>
                    <a:pt x="1391" y="55"/>
                  </a:cubicBezTo>
                  <a:close/>
                </a:path>
              </a:pathLst>
            </a:custGeom>
            <a:grpFill/>
            <a:ln>
              <a:solidFill>
                <a:srgbClr val="002060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1A3D0"/>
                </a:solidFill>
              </a:endParaRPr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 bwMode="auto">
            <a:xfrm>
              <a:off x="5168280" y="0"/>
              <a:ext cx="1360488" cy="1641475"/>
            </a:xfrm>
            <a:custGeom>
              <a:avLst/>
              <a:gdLst>
                <a:gd name="T0" fmla="*/ 870 w 1809"/>
                <a:gd name="T1" fmla="*/ 879 h 2152"/>
                <a:gd name="T2" fmla="*/ 870 w 1809"/>
                <a:gd name="T3" fmla="*/ 2152 h 2152"/>
                <a:gd name="T4" fmla="*/ 1809 w 1809"/>
                <a:gd name="T5" fmla="*/ 1820 h 2152"/>
                <a:gd name="T6" fmla="*/ 1809 w 1809"/>
                <a:gd name="T7" fmla="*/ 547 h 2152"/>
                <a:gd name="T8" fmla="*/ 870 w 1809"/>
                <a:gd name="T9" fmla="*/ 879 h 2152"/>
                <a:gd name="T10" fmla="*/ 785 w 1809"/>
                <a:gd name="T11" fmla="*/ 961 h 2152"/>
                <a:gd name="T12" fmla="*/ 785 w 1809"/>
                <a:gd name="T13" fmla="*/ 1138 h 2152"/>
                <a:gd name="T14" fmla="*/ 613 w 1809"/>
                <a:gd name="T15" fmla="*/ 1053 h 2152"/>
                <a:gd name="T16" fmla="*/ 613 w 1809"/>
                <a:gd name="T17" fmla="*/ 864 h 2152"/>
                <a:gd name="T18" fmla="*/ 785 w 1809"/>
                <a:gd name="T19" fmla="*/ 961 h 2152"/>
                <a:gd name="T20" fmla="*/ 1555 w 1809"/>
                <a:gd name="T21" fmla="*/ 410 h 2152"/>
                <a:gd name="T22" fmla="*/ 1507 w 1809"/>
                <a:gd name="T23" fmla="*/ 386 h 2152"/>
                <a:gd name="T24" fmla="*/ 602 w 1809"/>
                <a:gd name="T25" fmla="*/ 700 h 2152"/>
                <a:gd name="T26" fmla="*/ 576 w 1809"/>
                <a:gd name="T27" fmla="*/ 724 h 2152"/>
                <a:gd name="T28" fmla="*/ 576 w 1809"/>
                <a:gd name="T29" fmla="*/ 2017 h 2152"/>
                <a:gd name="T30" fmla="*/ 822 w 1809"/>
                <a:gd name="T31" fmla="*/ 2149 h 2152"/>
                <a:gd name="T32" fmla="*/ 822 w 1809"/>
                <a:gd name="T33" fmla="*/ 879 h 2152"/>
                <a:gd name="T34" fmla="*/ 622 w 1809"/>
                <a:gd name="T35" fmla="*/ 772 h 2152"/>
                <a:gd name="T36" fmla="*/ 625 w 1809"/>
                <a:gd name="T37" fmla="*/ 772 h 2152"/>
                <a:gd name="T38" fmla="*/ 1531 w 1809"/>
                <a:gd name="T39" fmla="*/ 457 h 2152"/>
                <a:gd name="T40" fmla="*/ 1555 w 1809"/>
                <a:gd name="T41" fmla="*/ 410 h 2152"/>
                <a:gd name="T42" fmla="*/ 209 w 1809"/>
                <a:gd name="T43" fmla="*/ 581 h 2152"/>
                <a:gd name="T44" fmla="*/ 209 w 1809"/>
                <a:gd name="T45" fmla="*/ 758 h 2152"/>
                <a:gd name="T46" fmla="*/ 37 w 1809"/>
                <a:gd name="T47" fmla="*/ 673 h 2152"/>
                <a:gd name="T48" fmla="*/ 37 w 1809"/>
                <a:gd name="T49" fmla="*/ 484 h 2152"/>
                <a:gd name="T50" fmla="*/ 209 w 1809"/>
                <a:gd name="T51" fmla="*/ 581 h 2152"/>
                <a:gd name="T52" fmla="*/ 978 w 1809"/>
                <a:gd name="T53" fmla="*/ 30 h 2152"/>
                <a:gd name="T54" fmla="*/ 931 w 1809"/>
                <a:gd name="T55" fmla="*/ 6 h 2152"/>
                <a:gd name="T56" fmla="*/ 25 w 1809"/>
                <a:gd name="T57" fmla="*/ 321 h 2152"/>
                <a:gd name="T58" fmla="*/ 0 w 1809"/>
                <a:gd name="T59" fmla="*/ 344 h 2152"/>
                <a:gd name="T60" fmla="*/ 0 w 1809"/>
                <a:gd name="T61" fmla="*/ 1638 h 2152"/>
                <a:gd name="T62" fmla="*/ 246 w 1809"/>
                <a:gd name="T63" fmla="*/ 1770 h 2152"/>
                <a:gd name="T64" fmla="*/ 246 w 1809"/>
                <a:gd name="T65" fmla="*/ 500 h 2152"/>
                <a:gd name="T66" fmla="*/ 46 w 1809"/>
                <a:gd name="T67" fmla="*/ 393 h 2152"/>
                <a:gd name="T68" fmla="*/ 49 w 1809"/>
                <a:gd name="T69" fmla="*/ 392 h 2152"/>
                <a:gd name="T70" fmla="*/ 954 w 1809"/>
                <a:gd name="T71" fmla="*/ 77 h 2152"/>
                <a:gd name="T72" fmla="*/ 978 w 1809"/>
                <a:gd name="T73" fmla="*/ 30 h 2152"/>
                <a:gd name="T74" fmla="*/ 497 w 1809"/>
                <a:gd name="T75" fmla="*/ 781 h 2152"/>
                <a:gd name="T76" fmla="*/ 497 w 1809"/>
                <a:gd name="T77" fmla="*/ 958 h 2152"/>
                <a:gd name="T78" fmla="*/ 325 w 1809"/>
                <a:gd name="T79" fmla="*/ 873 h 2152"/>
                <a:gd name="T80" fmla="*/ 325 w 1809"/>
                <a:gd name="T81" fmla="*/ 684 h 2152"/>
                <a:gd name="T82" fmla="*/ 497 w 1809"/>
                <a:gd name="T83" fmla="*/ 781 h 2152"/>
                <a:gd name="T84" fmla="*/ 1266 w 1809"/>
                <a:gd name="T85" fmla="*/ 230 h 2152"/>
                <a:gd name="T86" fmla="*/ 1219 w 1809"/>
                <a:gd name="T87" fmla="*/ 206 h 2152"/>
                <a:gd name="T88" fmla="*/ 313 w 1809"/>
                <a:gd name="T89" fmla="*/ 520 h 2152"/>
                <a:gd name="T90" fmla="*/ 288 w 1809"/>
                <a:gd name="T91" fmla="*/ 544 h 2152"/>
                <a:gd name="T92" fmla="*/ 288 w 1809"/>
                <a:gd name="T93" fmla="*/ 1837 h 2152"/>
                <a:gd name="T94" fmla="*/ 534 w 1809"/>
                <a:gd name="T95" fmla="*/ 1969 h 2152"/>
                <a:gd name="T96" fmla="*/ 534 w 1809"/>
                <a:gd name="T97" fmla="*/ 699 h 2152"/>
                <a:gd name="T98" fmla="*/ 334 w 1809"/>
                <a:gd name="T99" fmla="*/ 592 h 2152"/>
                <a:gd name="T100" fmla="*/ 337 w 1809"/>
                <a:gd name="T101" fmla="*/ 592 h 2152"/>
                <a:gd name="T102" fmla="*/ 1243 w 1809"/>
                <a:gd name="T103" fmla="*/ 277 h 2152"/>
                <a:gd name="T104" fmla="*/ 1266 w 1809"/>
                <a:gd name="T105" fmla="*/ 230 h 2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809" h="2152">
                  <a:moveTo>
                    <a:pt x="870" y="879"/>
                  </a:moveTo>
                  <a:lnTo>
                    <a:pt x="870" y="2152"/>
                  </a:lnTo>
                  <a:lnTo>
                    <a:pt x="1809" y="1820"/>
                  </a:lnTo>
                  <a:lnTo>
                    <a:pt x="1809" y="547"/>
                  </a:lnTo>
                  <a:lnTo>
                    <a:pt x="870" y="879"/>
                  </a:lnTo>
                  <a:close/>
                  <a:moveTo>
                    <a:pt x="785" y="961"/>
                  </a:moveTo>
                  <a:lnTo>
                    <a:pt x="785" y="1138"/>
                  </a:lnTo>
                  <a:cubicBezTo>
                    <a:pt x="699" y="1121"/>
                    <a:pt x="613" y="1053"/>
                    <a:pt x="613" y="1053"/>
                  </a:cubicBezTo>
                  <a:lnTo>
                    <a:pt x="613" y="864"/>
                  </a:lnTo>
                  <a:cubicBezTo>
                    <a:pt x="719" y="950"/>
                    <a:pt x="785" y="961"/>
                    <a:pt x="785" y="961"/>
                  </a:cubicBezTo>
                  <a:close/>
                  <a:moveTo>
                    <a:pt x="1555" y="410"/>
                  </a:moveTo>
                  <a:cubicBezTo>
                    <a:pt x="1548" y="390"/>
                    <a:pt x="1527" y="379"/>
                    <a:pt x="1507" y="386"/>
                  </a:cubicBezTo>
                  <a:lnTo>
                    <a:pt x="602" y="700"/>
                  </a:lnTo>
                  <a:cubicBezTo>
                    <a:pt x="590" y="704"/>
                    <a:pt x="580" y="713"/>
                    <a:pt x="576" y="724"/>
                  </a:cubicBezTo>
                  <a:lnTo>
                    <a:pt x="576" y="2017"/>
                  </a:lnTo>
                  <a:cubicBezTo>
                    <a:pt x="608" y="2080"/>
                    <a:pt x="741" y="2149"/>
                    <a:pt x="822" y="2149"/>
                  </a:cubicBezTo>
                  <a:lnTo>
                    <a:pt x="822" y="879"/>
                  </a:lnTo>
                  <a:cubicBezTo>
                    <a:pt x="779" y="873"/>
                    <a:pt x="682" y="822"/>
                    <a:pt x="622" y="772"/>
                  </a:cubicBezTo>
                  <a:cubicBezTo>
                    <a:pt x="623" y="772"/>
                    <a:pt x="624" y="772"/>
                    <a:pt x="625" y="772"/>
                  </a:cubicBezTo>
                  <a:lnTo>
                    <a:pt x="1531" y="457"/>
                  </a:lnTo>
                  <a:cubicBezTo>
                    <a:pt x="1550" y="450"/>
                    <a:pt x="1561" y="429"/>
                    <a:pt x="1555" y="410"/>
                  </a:cubicBezTo>
                  <a:close/>
                  <a:moveTo>
                    <a:pt x="209" y="581"/>
                  </a:moveTo>
                  <a:lnTo>
                    <a:pt x="209" y="758"/>
                  </a:lnTo>
                  <a:cubicBezTo>
                    <a:pt x="123" y="742"/>
                    <a:pt x="37" y="673"/>
                    <a:pt x="37" y="673"/>
                  </a:cubicBezTo>
                  <a:lnTo>
                    <a:pt x="37" y="484"/>
                  </a:lnTo>
                  <a:cubicBezTo>
                    <a:pt x="143" y="570"/>
                    <a:pt x="209" y="581"/>
                    <a:pt x="209" y="581"/>
                  </a:cubicBezTo>
                  <a:close/>
                  <a:moveTo>
                    <a:pt x="978" y="30"/>
                  </a:moveTo>
                  <a:cubicBezTo>
                    <a:pt x="972" y="11"/>
                    <a:pt x="951" y="0"/>
                    <a:pt x="931" y="6"/>
                  </a:cubicBezTo>
                  <a:lnTo>
                    <a:pt x="25" y="321"/>
                  </a:lnTo>
                  <a:cubicBezTo>
                    <a:pt x="14" y="325"/>
                    <a:pt x="3" y="334"/>
                    <a:pt x="0" y="344"/>
                  </a:cubicBezTo>
                  <a:lnTo>
                    <a:pt x="0" y="1638"/>
                  </a:lnTo>
                  <a:cubicBezTo>
                    <a:pt x="32" y="1700"/>
                    <a:pt x="165" y="1770"/>
                    <a:pt x="246" y="1770"/>
                  </a:cubicBezTo>
                  <a:lnTo>
                    <a:pt x="246" y="500"/>
                  </a:lnTo>
                  <a:cubicBezTo>
                    <a:pt x="203" y="493"/>
                    <a:pt x="106" y="443"/>
                    <a:pt x="46" y="393"/>
                  </a:cubicBezTo>
                  <a:cubicBezTo>
                    <a:pt x="47" y="393"/>
                    <a:pt x="48" y="392"/>
                    <a:pt x="49" y="392"/>
                  </a:cubicBezTo>
                  <a:lnTo>
                    <a:pt x="954" y="77"/>
                  </a:lnTo>
                  <a:cubicBezTo>
                    <a:pt x="974" y="71"/>
                    <a:pt x="985" y="50"/>
                    <a:pt x="978" y="30"/>
                  </a:cubicBezTo>
                  <a:close/>
                  <a:moveTo>
                    <a:pt x="497" y="781"/>
                  </a:moveTo>
                  <a:lnTo>
                    <a:pt x="497" y="958"/>
                  </a:lnTo>
                  <a:cubicBezTo>
                    <a:pt x="411" y="941"/>
                    <a:pt x="325" y="873"/>
                    <a:pt x="325" y="873"/>
                  </a:cubicBezTo>
                  <a:lnTo>
                    <a:pt x="325" y="684"/>
                  </a:lnTo>
                  <a:cubicBezTo>
                    <a:pt x="431" y="770"/>
                    <a:pt x="497" y="781"/>
                    <a:pt x="497" y="781"/>
                  </a:cubicBezTo>
                  <a:close/>
                  <a:moveTo>
                    <a:pt x="1266" y="230"/>
                  </a:moveTo>
                  <a:cubicBezTo>
                    <a:pt x="1260" y="210"/>
                    <a:pt x="1239" y="199"/>
                    <a:pt x="1219" y="206"/>
                  </a:cubicBezTo>
                  <a:lnTo>
                    <a:pt x="313" y="520"/>
                  </a:lnTo>
                  <a:cubicBezTo>
                    <a:pt x="302" y="524"/>
                    <a:pt x="291" y="533"/>
                    <a:pt x="288" y="544"/>
                  </a:cubicBezTo>
                  <a:lnTo>
                    <a:pt x="288" y="1837"/>
                  </a:lnTo>
                  <a:cubicBezTo>
                    <a:pt x="320" y="1900"/>
                    <a:pt x="453" y="1969"/>
                    <a:pt x="534" y="1969"/>
                  </a:cubicBezTo>
                  <a:lnTo>
                    <a:pt x="534" y="699"/>
                  </a:lnTo>
                  <a:cubicBezTo>
                    <a:pt x="491" y="693"/>
                    <a:pt x="394" y="642"/>
                    <a:pt x="334" y="592"/>
                  </a:cubicBezTo>
                  <a:cubicBezTo>
                    <a:pt x="335" y="592"/>
                    <a:pt x="336" y="592"/>
                    <a:pt x="337" y="592"/>
                  </a:cubicBezTo>
                  <a:lnTo>
                    <a:pt x="1243" y="277"/>
                  </a:lnTo>
                  <a:cubicBezTo>
                    <a:pt x="1262" y="270"/>
                    <a:pt x="1273" y="249"/>
                    <a:pt x="1266" y="23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1A3D0"/>
                </a:solidFill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10310757" y="351889"/>
            <a:ext cx="465708" cy="472063"/>
            <a:chOff x="7717810" y="-375235"/>
            <a:chExt cx="2093913" cy="2122488"/>
          </a:xfrm>
          <a:solidFill>
            <a:srgbClr val="0070C0"/>
          </a:solidFill>
        </p:grpSpPr>
        <p:sp>
          <p:nvSpPr>
            <p:cNvPr id="11" name="Freeform 6"/>
            <p:cNvSpPr>
              <a:spLocks noEditPoints="1"/>
            </p:cNvSpPr>
            <p:nvPr/>
          </p:nvSpPr>
          <p:spPr bwMode="auto">
            <a:xfrm>
              <a:off x="7717810" y="-375235"/>
              <a:ext cx="2093913" cy="2122488"/>
            </a:xfrm>
            <a:custGeom>
              <a:avLst/>
              <a:gdLst>
                <a:gd name="T0" fmla="*/ 1391 w 2783"/>
                <a:gd name="T1" fmla="*/ 0 h 2783"/>
                <a:gd name="T2" fmla="*/ 0 w 2783"/>
                <a:gd name="T3" fmla="*/ 1391 h 2783"/>
                <a:gd name="T4" fmla="*/ 1391 w 2783"/>
                <a:gd name="T5" fmla="*/ 2783 h 2783"/>
                <a:gd name="T6" fmla="*/ 2783 w 2783"/>
                <a:gd name="T7" fmla="*/ 1391 h 2783"/>
                <a:gd name="T8" fmla="*/ 1391 w 2783"/>
                <a:gd name="T9" fmla="*/ 0 h 2783"/>
                <a:gd name="T10" fmla="*/ 1391 w 2783"/>
                <a:gd name="T11" fmla="*/ 55 h 2783"/>
                <a:gd name="T12" fmla="*/ 55 w 2783"/>
                <a:gd name="T13" fmla="*/ 1391 h 2783"/>
                <a:gd name="T14" fmla="*/ 1391 w 2783"/>
                <a:gd name="T15" fmla="*/ 2728 h 2783"/>
                <a:gd name="T16" fmla="*/ 2728 w 2783"/>
                <a:gd name="T17" fmla="*/ 1391 h 2783"/>
                <a:gd name="T18" fmla="*/ 1391 w 2783"/>
                <a:gd name="T19" fmla="*/ 55 h 2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83" h="2783">
                  <a:moveTo>
                    <a:pt x="1391" y="0"/>
                  </a:moveTo>
                  <a:cubicBezTo>
                    <a:pt x="623" y="0"/>
                    <a:pt x="0" y="623"/>
                    <a:pt x="0" y="1391"/>
                  </a:cubicBezTo>
                  <a:cubicBezTo>
                    <a:pt x="0" y="2160"/>
                    <a:pt x="623" y="2783"/>
                    <a:pt x="1391" y="2783"/>
                  </a:cubicBezTo>
                  <a:cubicBezTo>
                    <a:pt x="2160" y="2783"/>
                    <a:pt x="2783" y="2160"/>
                    <a:pt x="2783" y="1391"/>
                  </a:cubicBezTo>
                  <a:cubicBezTo>
                    <a:pt x="2783" y="623"/>
                    <a:pt x="2160" y="0"/>
                    <a:pt x="1391" y="0"/>
                  </a:cubicBezTo>
                  <a:close/>
                  <a:moveTo>
                    <a:pt x="1391" y="55"/>
                  </a:moveTo>
                  <a:cubicBezTo>
                    <a:pt x="654" y="55"/>
                    <a:pt x="55" y="654"/>
                    <a:pt x="55" y="1391"/>
                  </a:cubicBezTo>
                  <a:cubicBezTo>
                    <a:pt x="55" y="2129"/>
                    <a:pt x="654" y="2728"/>
                    <a:pt x="1391" y="2728"/>
                  </a:cubicBezTo>
                  <a:cubicBezTo>
                    <a:pt x="2129" y="2728"/>
                    <a:pt x="2728" y="2129"/>
                    <a:pt x="2728" y="1391"/>
                  </a:cubicBezTo>
                  <a:cubicBezTo>
                    <a:pt x="2728" y="654"/>
                    <a:pt x="2129" y="55"/>
                    <a:pt x="1391" y="55"/>
                  </a:cubicBezTo>
                  <a:close/>
                </a:path>
              </a:pathLst>
            </a:custGeom>
            <a:grpFill/>
            <a:ln>
              <a:solidFill>
                <a:srgbClr val="002060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DB6B9"/>
                </a:solidFill>
              </a:endParaRPr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 bwMode="auto">
            <a:xfrm>
              <a:off x="7873033" y="-212106"/>
              <a:ext cx="1796329" cy="1793077"/>
            </a:xfrm>
            <a:custGeom>
              <a:avLst/>
              <a:gdLst>
                <a:gd name="T0" fmla="*/ 439327 w 1145"/>
                <a:gd name="T1" fmla="*/ 326030 h 1145"/>
                <a:gd name="T2" fmla="*/ 326620 w 1145"/>
                <a:gd name="T3" fmla="*/ 438533 h 1145"/>
                <a:gd name="T4" fmla="*/ 439327 w 1145"/>
                <a:gd name="T5" fmla="*/ 551036 h 1145"/>
                <a:gd name="T6" fmla="*/ 552034 w 1145"/>
                <a:gd name="T7" fmla="*/ 438533 h 1145"/>
                <a:gd name="T8" fmla="*/ 439327 w 1145"/>
                <a:gd name="T9" fmla="*/ 326030 h 1145"/>
                <a:gd name="T10" fmla="*/ 485330 w 1145"/>
                <a:gd name="T11" fmla="*/ 652824 h 1145"/>
                <a:gd name="T12" fmla="*/ 485330 w 1145"/>
                <a:gd name="T13" fmla="*/ 601547 h 1145"/>
                <a:gd name="T14" fmla="*/ 393324 w 1145"/>
                <a:gd name="T15" fmla="*/ 601547 h 1145"/>
                <a:gd name="T16" fmla="*/ 393324 w 1145"/>
                <a:gd name="T17" fmla="*/ 652824 h 1145"/>
                <a:gd name="T18" fmla="*/ 224647 w 1145"/>
                <a:gd name="T19" fmla="*/ 484452 h 1145"/>
                <a:gd name="T20" fmla="*/ 275250 w 1145"/>
                <a:gd name="T21" fmla="*/ 484452 h 1145"/>
                <a:gd name="T22" fmla="*/ 275250 w 1145"/>
                <a:gd name="T23" fmla="*/ 392613 h 1145"/>
                <a:gd name="T24" fmla="*/ 224647 w 1145"/>
                <a:gd name="T25" fmla="*/ 392613 h 1145"/>
                <a:gd name="T26" fmla="*/ 393324 w 1145"/>
                <a:gd name="T27" fmla="*/ 224241 h 1145"/>
                <a:gd name="T28" fmla="*/ 393324 w 1145"/>
                <a:gd name="T29" fmla="*/ 274753 h 1145"/>
                <a:gd name="T30" fmla="*/ 485330 w 1145"/>
                <a:gd name="T31" fmla="*/ 274753 h 1145"/>
                <a:gd name="T32" fmla="*/ 485330 w 1145"/>
                <a:gd name="T33" fmla="*/ 224241 h 1145"/>
                <a:gd name="T34" fmla="*/ 654007 w 1145"/>
                <a:gd name="T35" fmla="*/ 392613 h 1145"/>
                <a:gd name="T36" fmla="*/ 603404 w 1145"/>
                <a:gd name="T37" fmla="*/ 392613 h 1145"/>
                <a:gd name="T38" fmla="*/ 603404 w 1145"/>
                <a:gd name="T39" fmla="*/ 484452 h 1145"/>
                <a:gd name="T40" fmla="*/ 654007 w 1145"/>
                <a:gd name="T41" fmla="*/ 484452 h 1145"/>
                <a:gd name="T42" fmla="*/ 485330 w 1145"/>
                <a:gd name="T43" fmla="*/ 652824 h 1145"/>
                <a:gd name="T44" fmla="*/ 747546 w 1145"/>
                <a:gd name="T45" fmla="*/ 392613 h 1145"/>
                <a:gd name="T46" fmla="*/ 485330 w 1145"/>
                <a:gd name="T47" fmla="*/ 130871 h 1145"/>
                <a:gd name="T48" fmla="*/ 485330 w 1145"/>
                <a:gd name="T49" fmla="*/ 0 h 1145"/>
                <a:gd name="T50" fmla="*/ 393324 w 1145"/>
                <a:gd name="T51" fmla="*/ 0 h 1145"/>
                <a:gd name="T52" fmla="*/ 393324 w 1145"/>
                <a:gd name="T53" fmla="*/ 130871 h 1145"/>
                <a:gd name="T54" fmla="*/ 131108 w 1145"/>
                <a:gd name="T55" fmla="*/ 392613 h 1145"/>
                <a:gd name="T56" fmla="*/ 0 w 1145"/>
                <a:gd name="T57" fmla="*/ 392613 h 1145"/>
                <a:gd name="T58" fmla="*/ 0 w 1145"/>
                <a:gd name="T59" fmla="*/ 484452 h 1145"/>
                <a:gd name="T60" fmla="*/ 131108 w 1145"/>
                <a:gd name="T61" fmla="*/ 484452 h 1145"/>
                <a:gd name="T62" fmla="*/ 393324 w 1145"/>
                <a:gd name="T63" fmla="*/ 746194 h 1145"/>
                <a:gd name="T64" fmla="*/ 393324 w 1145"/>
                <a:gd name="T65" fmla="*/ 876300 h 1145"/>
                <a:gd name="T66" fmla="*/ 485330 w 1145"/>
                <a:gd name="T67" fmla="*/ 876300 h 1145"/>
                <a:gd name="T68" fmla="*/ 485330 w 1145"/>
                <a:gd name="T69" fmla="*/ 746194 h 1145"/>
                <a:gd name="T70" fmla="*/ 747546 w 1145"/>
                <a:gd name="T71" fmla="*/ 484452 h 1145"/>
                <a:gd name="T72" fmla="*/ 877887 w 1145"/>
                <a:gd name="T73" fmla="*/ 484452 h 1145"/>
                <a:gd name="T74" fmla="*/ 877887 w 1145"/>
                <a:gd name="T75" fmla="*/ 392613 h 1145"/>
                <a:gd name="T76" fmla="*/ 747546 w 1145"/>
                <a:gd name="T77" fmla="*/ 392613 h 1145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1145" h="1145">
                  <a:moveTo>
                    <a:pt x="573" y="426"/>
                  </a:moveTo>
                  <a:cubicBezTo>
                    <a:pt x="492" y="426"/>
                    <a:pt x="426" y="492"/>
                    <a:pt x="426" y="573"/>
                  </a:cubicBezTo>
                  <a:cubicBezTo>
                    <a:pt x="426" y="654"/>
                    <a:pt x="492" y="720"/>
                    <a:pt x="573" y="720"/>
                  </a:cubicBezTo>
                  <a:cubicBezTo>
                    <a:pt x="654" y="720"/>
                    <a:pt x="720" y="654"/>
                    <a:pt x="720" y="573"/>
                  </a:cubicBezTo>
                  <a:cubicBezTo>
                    <a:pt x="720" y="492"/>
                    <a:pt x="654" y="426"/>
                    <a:pt x="573" y="426"/>
                  </a:cubicBezTo>
                  <a:close/>
                  <a:moveTo>
                    <a:pt x="633" y="853"/>
                  </a:moveTo>
                  <a:lnTo>
                    <a:pt x="633" y="786"/>
                  </a:lnTo>
                  <a:lnTo>
                    <a:pt x="513" y="786"/>
                  </a:lnTo>
                  <a:lnTo>
                    <a:pt x="513" y="853"/>
                  </a:lnTo>
                  <a:cubicBezTo>
                    <a:pt x="403" y="829"/>
                    <a:pt x="316" y="743"/>
                    <a:pt x="293" y="633"/>
                  </a:cubicBezTo>
                  <a:lnTo>
                    <a:pt x="359" y="633"/>
                  </a:lnTo>
                  <a:lnTo>
                    <a:pt x="359" y="513"/>
                  </a:lnTo>
                  <a:lnTo>
                    <a:pt x="293" y="513"/>
                  </a:lnTo>
                  <a:cubicBezTo>
                    <a:pt x="316" y="403"/>
                    <a:pt x="403" y="316"/>
                    <a:pt x="513" y="293"/>
                  </a:cubicBezTo>
                  <a:lnTo>
                    <a:pt x="513" y="359"/>
                  </a:lnTo>
                  <a:lnTo>
                    <a:pt x="633" y="359"/>
                  </a:lnTo>
                  <a:lnTo>
                    <a:pt x="633" y="293"/>
                  </a:lnTo>
                  <a:cubicBezTo>
                    <a:pt x="743" y="316"/>
                    <a:pt x="830" y="403"/>
                    <a:pt x="853" y="513"/>
                  </a:cubicBezTo>
                  <a:lnTo>
                    <a:pt x="787" y="513"/>
                  </a:lnTo>
                  <a:lnTo>
                    <a:pt x="787" y="633"/>
                  </a:lnTo>
                  <a:lnTo>
                    <a:pt x="853" y="633"/>
                  </a:lnTo>
                  <a:cubicBezTo>
                    <a:pt x="830" y="743"/>
                    <a:pt x="743" y="829"/>
                    <a:pt x="633" y="853"/>
                  </a:cubicBezTo>
                  <a:close/>
                  <a:moveTo>
                    <a:pt x="975" y="513"/>
                  </a:moveTo>
                  <a:cubicBezTo>
                    <a:pt x="949" y="337"/>
                    <a:pt x="809" y="197"/>
                    <a:pt x="633" y="171"/>
                  </a:cubicBezTo>
                  <a:lnTo>
                    <a:pt x="633" y="0"/>
                  </a:lnTo>
                  <a:lnTo>
                    <a:pt x="513" y="0"/>
                  </a:lnTo>
                  <a:lnTo>
                    <a:pt x="513" y="171"/>
                  </a:lnTo>
                  <a:cubicBezTo>
                    <a:pt x="337" y="197"/>
                    <a:pt x="197" y="337"/>
                    <a:pt x="171" y="513"/>
                  </a:cubicBezTo>
                  <a:lnTo>
                    <a:pt x="0" y="513"/>
                  </a:lnTo>
                  <a:lnTo>
                    <a:pt x="0" y="633"/>
                  </a:lnTo>
                  <a:lnTo>
                    <a:pt x="171" y="633"/>
                  </a:lnTo>
                  <a:cubicBezTo>
                    <a:pt x="197" y="809"/>
                    <a:pt x="337" y="949"/>
                    <a:pt x="513" y="975"/>
                  </a:cubicBezTo>
                  <a:lnTo>
                    <a:pt x="513" y="1145"/>
                  </a:lnTo>
                  <a:lnTo>
                    <a:pt x="633" y="1145"/>
                  </a:lnTo>
                  <a:lnTo>
                    <a:pt x="633" y="975"/>
                  </a:lnTo>
                  <a:cubicBezTo>
                    <a:pt x="809" y="949"/>
                    <a:pt x="949" y="809"/>
                    <a:pt x="975" y="633"/>
                  </a:cubicBezTo>
                  <a:lnTo>
                    <a:pt x="1145" y="633"/>
                  </a:lnTo>
                  <a:lnTo>
                    <a:pt x="1145" y="513"/>
                  </a:lnTo>
                  <a:lnTo>
                    <a:pt x="975" y="513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rgbClr val="21A3D0"/>
                </a:solidFill>
              </a:endParaRPr>
            </a:p>
          </p:txBody>
        </p:sp>
      </p:grpSp>
      <p:grpSp>
        <p:nvGrpSpPr>
          <p:cNvPr id="13" name="组合 12"/>
          <p:cNvGrpSpPr/>
          <p:nvPr userDrawn="1"/>
        </p:nvGrpSpPr>
        <p:grpSpPr>
          <a:xfrm>
            <a:off x="9711352" y="351889"/>
            <a:ext cx="465708" cy="472063"/>
            <a:chOff x="10019977" y="-551766"/>
            <a:chExt cx="2093913" cy="2122488"/>
          </a:xfrm>
          <a:solidFill>
            <a:srgbClr val="0070C0"/>
          </a:solidFill>
        </p:grpSpPr>
        <p:sp>
          <p:nvSpPr>
            <p:cNvPr id="14" name="Freeform 6"/>
            <p:cNvSpPr>
              <a:spLocks noEditPoints="1"/>
            </p:cNvSpPr>
            <p:nvPr/>
          </p:nvSpPr>
          <p:spPr bwMode="auto">
            <a:xfrm>
              <a:off x="10019977" y="-551766"/>
              <a:ext cx="2093913" cy="2122488"/>
            </a:xfrm>
            <a:custGeom>
              <a:avLst/>
              <a:gdLst>
                <a:gd name="T0" fmla="*/ 1391 w 2783"/>
                <a:gd name="T1" fmla="*/ 0 h 2783"/>
                <a:gd name="T2" fmla="*/ 0 w 2783"/>
                <a:gd name="T3" fmla="*/ 1391 h 2783"/>
                <a:gd name="T4" fmla="*/ 1391 w 2783"/>
                <a:gd name="T5" fmla="*/ 2783 h 2783"/>
                <a:gd name="T6" fmla="*/ 2783 w 2783"/>
                <a:gd name="T7" fmla="*/ 1391 h 2783"/>
                <a:gd name="T8" fmla="*/ 1391 w 2783"/>
                <a:gd name="T9" fmla="*/ 0 h 2783"/>
                <a:gd name="T10" fmla="*/ 1391 w 2783"/>
                <a:gd name="T11" fmla="*/ 55 h 2783"/>
                <a:gd name="T12" fmla="*/ 55 w 2783"/>
                <a:gd name="T13" fmla="*/ 1391 h 2783"/>
                <a:gd name="T14" fmla="*/ 1391 w 2783"/>
                <a:gd name="T15" fmla="*/ 2728 h 2783"/>
                <a:gd name="T16" fmla="*/ 2728 w 2783"/>
                <a:gd name="T17" fmla="*/ 1391 h 2783"/>
                <a:gd name="T18" fmla="*/ 1391 w 2783"/>
                <a:gd name="T19" fmla="*/ 55 h 2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83" h="2783">
                  <a:moveTo>
                    <a:pt x="1391" y="0"/>
                  </a:moveTo>
                  <a:cubicBezTo>
                    <a:pt x="623" y="0"/>
                    <a:pt x="0" y="623"/>
                    <a:pt x="0" y="1391"/>
                  </a:cubicBezTo>
                  <a:cubicBezTo>
                    <a:pt x="0" y="2160"/>
                    <a:pt x="623" y="2783"/>
                    <a:pt x="1391" y="2783"/>
                  </a:cubicBezTo>
                  <a:cubicBezTo>
                    <a:pt x="2160" y="2783"/>
                    <a:pt x="2783" y="2160"/>
                    <a:pt x="2783" y="1391"/>
                  </a:cubicBezTo>
                  <a:cubicBezTo>
                    <a:pt x="2783" y="623"/>
                    <a:pt x="2160" y="0"/>
                    <a:pt x="1391" y="0"/>
                  </a:cubicBezTo>
                  <a:close/>
                  <a:moveTo>
                    <a:pt x="1391" y="55"/>
                  </a:moveTo>
                  <a:cubicBezTo>
                    <a:pt x="654" y="55"/>
                    <a:pt x="55" y="654"/>
                    <a:pt x="55" y="1391"/>
                  </a:cubicBezTo>
                  <a:cubicBezTo>
                    <a:pt x="55" y="2129"/>
                    <a:pt x="654" y="2728"/>
                    <a:pt x="1391" y="2728"/>
                  </a:cubicBezTo>
                  <a:cubicBezTo>
                    <a:pt x="2129" y="2728"/>
                    <a:pt x="2728" y="2129"/>
                    <a:pt x="2728" y="1391"/>
                  </a:cubicBezTo>
                  <a:cubicBezTo>
                    <a:pt x="2728" y="654"/>
                    <a:pt x="2129" y="55"/>
                    <a:pt x="1391" y="55"/>
                  </a:cubicBezTo>
                  <a:close/>
                </a:path>
              </a:pathLst>
            </a:custGeom>
            <a:grpFill/>
            <a:ln>
              <a:solidFill>
                <a:srgbClr val="002060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DB6B9"/>
                </a:solidFill>
              </a:endParaRPr>
            </a:p>
          </p:txBody>
        </p:sp>
        <p:sp>
          <p:nvSpPr>
            <p:cNvPr id="15" name="Freeform 6"/>
            <p:cNvSpPr>
              <a:spLocks noEditPoints="1"/>
            </p:cNvSpPr>
            <p:nvPr/>
          </p:nvSpPr>
          <p:spPr bwMode="auto">
            <a:xfrm>
              <a:off x="10357957" y="-215900"/>
              <a:ext cx="1417952" cy="1401540"/>
            </a:xfrm>
            <a:custGeom>
              <a:avLst/>
              <a:gdLst>
                <a:gd name="T0" fmla="*/ 675 w 1848"/>
                <a:gd name="T1" fmla="*/ 126 h 1848"/>
                <a:gd name="T2" fmla="*/ 286 w 1848"/>
                <a:gd name="T3" fmla="*/ 287 h 1848"/>
                <a:gd name="T4" fmla="*/ 126 w 1848"/>
                <a:gd name="T5" fmla="*/ 675 h 1848"/>
                <a:gd name="T6" fmla="*/ 286 w 1848"/>
                <a:gd name="T7" fmla="*/ 1064 h 1848"/>
                <a:gd name="T8" fmla="*/ 675 w 1848"/>
                <a:gd name="T9" fmla="*/ 1225 h 1848"/>
                <a:gd name="T10" fmla="*/ 1063 w 1848"/>
                <a:gd name="T11" fmla="*/ 1064 h 1848"/>
                <a:gd name="T12" fmla="*/ 1063 w 1848"/>
                <a:gd name="T13" fmla="*/ 287 h 1848"/>
                <a:gd name="T14" fmla="*/ 675 w 1848"/>
                <a:gd name="T15" fmla="*/ 126 h 1848"/>
                <a:gd name="T16" fmla="*/ 675 w 1848"/>
                <a:gd name="T17" fmla="*/ 1350 h 1848"/>
                <a:gd name="T18" fmla="*/ 198 w 1848"/>
                <a:gd name="T19" fmla="*/ 1153 h 1848"/>
                <a:gd name="T20" fmla="*/ 0 w 1848"/>
                <a:gd name="T21" fmla="*/ 675 h 1848"/>
                <a:gd name="T22" fmla="*/ 198 w 1848"/>
                <a:gd name="T23" fmla="*/ 198 h 1848"/>
                <a:gd name="T24" fmla="*/ 675 w 1848"/>
                <a:gd name="T25" fmla="*/ 0 h 1848"/>
                <a:gd name="T26" fmla="*/ 1152 w 1848"/>
                <a:gd name="T27" fmla="*/ 198 h 1848"/>
                <a:gd name="T28" fmla="*/ 1152 w 1848"/>
                <a:gd name="T29" fmla="*/ 1153 h 1848"/>
                <a:gd name="T30" fmla="*/ 675 w 1848"/>
                <a:gd name="T31" fmla="*/ 1350 h 1848"/>
                <a:gd name="T32" fmla="*/ 1261 w 1848"/>
                <a:gd name="T33" fmla="*/ 1068 h 1848"/>
                <a:gd name="T34" fmla="*/ 1261 w 1848"/>
                <a:gd name="T35" fmla="*/ 1153 h 1848"/>
                <a:gd name="T36" fmla="*/ 1153 w 1848"/>
                <a:gd name="T37" fmla="*/ 1261 h 1848"/>
                <a:gd name="T38" fmla="*/ 1067 w 1848"/>
                <a:gd name="T39" fmla="*/ 1261 h 1848"/>
                <a:gd name="T40" fmla="*/ 1063 w 1848"/>
                <a:gd name="T41" fmla="*/ 1257 h 1848"/>
                <a:gd name="T42" fmla="*/ 1063 w 1848"/>
                <a:gd name="T43" fmla="*/ 1172 h 1848"/>
                <a:gd name="T44" fmla="*/ 1171 w 1848"/>
                <a:gd name="T45" fmla="*/ 1064 h 1848"/>
                <a:gd name="T46" fmla="*/ 1257 w 1848"/>
                <a:gd name="T47" fmla="*/ 1064 h 1848"/>
                <a:gd name="T48" fmla="*/ 1261 w 1848"/>
                <a:gd name="T49" fmla="*/ 1068 h 1848"/>
                <a:gd name="T50" fmla="*/ 1401 w 1848"/>
                <a:gd name="T51" fmla="*/ 1250 h 1848"/>
                <a:gd name="T52" fmla="*/ 1401 w 1848"/>
                <a:gd name="T53" fmla="*/ 1401 h 1848"/>
                <a:gd name="T54" fmla="*/ 1250 w 1848"/>
                <a:gd name="T55" fmla="*/ 1401 h 1848"/>
                <a:gd name="T56" fmla="*/ 1250 w 1848"/>
                <a:gd name="T57" fmla="*/ 1250 h 1848"/>
                <a:gd name="T58" fmla="*/ 1401 w 1848"/>
                <a:gd name="T59" fmla="*/ 1250 h 1848"/>
                <a:gd name="T60" fmla="*/ 1827 w 1848"/>
                <a:gd name="T61" fmla="*/ 1655 h 1848"/>
                <a:gd name="T62" fmla="*/ 1823 w 1848"/>
                <a:gd name="T63" fmla="*/ 1736 h 1848"/>
                <a:gd name="T64" fmla="*/ 1736 w 1848"/>
                <a:gd name="T65" fmla="*/ 1823 h 1848"/>
                <a:gd name="T66" fmla="*/ 1654 w 1848"/>
                <a:gd name="T67" fmla="*/ 1827 h 1848"/>
                <a:gd name="T68" fmla="*/ 1396 w 1848"/>
                <a:gd name="T69" fmla="*/ 1569 h 1848"/>
                <a:gd name="T70" fmla="*/ 1400 w 1848"/>
                <a:gd name="T71" fmla="*/ 1487 h 1848"/>
                <a:gd name="T72" fmla="*/ 1487 w 1848"/>
                <a:gd name="T73" fmla="*/ 1400 h 1848"/>
                <a:gd name="T74" fmla="*/ 1568 w 1848"/>
                <a:gd name="T75" fmla="*/ 1396 h 1848"/>
                <a:gd name="T76" fmla="*/ 1827 w 1848"/>
                <a:gd name="T77" fmla="*/ 1655 h 1848"/>
                <a:gd name="T78" fmla="*/ 675 w 1848"/>
                <a:gd name="T79" fmla="*/ 270 h 1848"/>
                <a:gd name="T80" fmla="*/ 389 w 1848"/>
                <a:gd name="T81" fmla="*/ 389 h 1848"/>
                <a:gd name="T82" fmla="*/ 270 w 1848"/>
                <a:gd name="T83" fmla="*/ 675 h 1848"/>
                <a:gd name="T84" fmla="*/ 389 w 1848"/>
                <a:gd name="T85" fmla="*/ 962 h 1848"/>
                <a:gd name="T86" fmla="*/ 675 w 1848"/>
                <a:gd name="T87" fmla="*/ 1080 h 1848"/>
                <a:gd name="T88" fmla="*/ 961 w 1848"/>
                <a:gd name="T89" fmla="*/ 962 h 1848"/>
                <a:gd name="T90" fmla="*/ 961 w 1848"/>
                <a:gd name="T91" fmla="*/ 389 h 1848"/>
                <a:gd name="T92" fmla="*/ 675 w 1848"/>
                <a:gd name="T93" fmla="*/ 270 h 1848"/>
                <a:gd name="T94" fmla="*/ 675 w 1848"/>
                <a:gd name="T95" fmla="*/ 1164 h 1848"/>
                <a:gd name="T96" fmla="*/ 329 w 1848"/>
                <a:gd name="T97" fmla="*/ 1021 h 1848"/>
                <a:gd name="T98" fmla="*/ 186 w 1848"/>
                <a:gd name="T99" fmla="*/ 675 h 1848"/>
                <a:gd name="T100" fmla="*/ 329 w 1848"/>
                <a:gd name="T101" fmla="*/ 330 h 1848"/>
                <a:gd name="T102" fmla="*/ 675 w 1848"/>
                <a:gd name="T103" fmla="*/ 187 h 1848"/>
                <a:gd name="T104" fmla="*/ 1021 w 1848"/>
                <a:gd name="T105" fmla="*/ 330 h 1848"/>
                <a:gd name="T106" fmla="*/ 1021 w 1848"/>
                <a:gd name="T107" fmla="*/ 1021 h 1848"/>
                <a:gd name="T108" fmla="*/ 675 w 1848"/>
                <a:gd name="T109" fmla="*/ 1164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848" h="1848">
                  <a:moveTo>
                    <a:pt x="675" y="126"/>
                  </a:moveTo>
                  <a:cubicBezTo>
                    <a:pt x="528" y="126"/>
                    <a:pt x="390" y="183"/>
                    <a:pt x="286" y="287"/>
                  </a:cubicBezTo>
                  <a:cubicBezTo>
                    <a:pt x="183" y="391"/>
                    <a:pt x="126" y="529"/>
                    <a:pt x="126" y="675"/>
                  </a:cubicBezTo>
                  <a:cubicBezTo>
                    <a:pt x="126" y="822"/>
                    <a:pt x="183" y="960"/>
                    <a:pt x="286" y="1064"/>
                  </a:cubicBezTo>
                  <a:cubicBezTo>
                    <a:pt x="390" y="1168"/>
                    <a:pt x="528" y="1225"/>
                    <a:pt x="675" y="1225"/>
                  </a:cubicBezTo>
                  <a:cubicBezTo>
                    <a:pt x="822" y="1225"/>
                    <a:pt x="960" y="1168"/>
                    <a:pt x="1063" y="1064"/>
                  </a:cubicBezTo>
                  <a:cubicBezTo>
                    <a:pt x="1278" y="850"/>
                    <a:pt x="1278" y="501"/>
                    <a:pt x="1063" y="287"/>
                  </a:cubicBezTo>
                  <a:cubicBezTo>
                    <a:pt x="960" y="183"/>
                    <a:pt x="822" y="126"/>
                    <a:pt x="675" y="126"/>
                  </a:cubicBezTo>
                  <a:close/>
                  <a:moveTo>
                    <a:pt x="675" y="1350"/>
                  </a:moveTo>
                  <a:cubicBezTo>
                    <a:pt x="495" y="1350"/>
                    <a:pt x="325" y="1280"/>
                    <a:pt x="198" y="1153"/>
                  </a:cubicBezTo>
                  <a:cubicBezTo>
                    <a:pt x="70" y="1025"/>
                    <a:pt x="0" y="856"/>
                    <a:pt x="0" y="675"/>
                  </a:cubicBezTo>
                  <a:cubicBezTo>
                    <a:pt x="0" y="495"/>
                    <a:pt x="70" y="326"/>
                    <a:pt x="198" y="198"/>
                  </a:cubicBezTo>
                  <a:cubicBezTo>
                    <a:pt x="325" y="71"/>
                    <a:pt x="495" y="0"/>
                    <a:pt x="675" y="0"/>
                  </a:cubicBezTo>
                  <a:cubicBezTo>
                    <a:pt x="855" y="0"/>
                    <a:pt x="1025" y="71"/>
                    <a:pt x="1152" y="198"/>
                  </a:cubicBezTo>
                  <a:cubicBezTo>
                    <a:pt x="1415" y="461"/>
                    <a:pt x="1415" y="889"/>
                    <a:pt x="1152" y="1153"/>
                  </a:cubicBezTo>
                  <a:cubicBezTo>
                    <a:pt x="1025" y="1280"/>
                    <a:pt x="855" y="1350"/>
                    <a:pt x="675" y="1350"/>
                  </a:cubicBezTo>
                  <a:close/>
                  <a:moveTo>
                    <a:pt x="1261" y="1068"/>
                  </a:moveTo>
                  <a:cubicBezTo>
                    <a:pt x="1284" y="1091"/>
                    <a:pt x="1284" y="1130"/>
                    <a:pt x="1261" y="1153"/>
                  </a:cubicBezTo>
                  <a:lnTo>
                    <a:pt x="1153" y="1261"/>
                  </a:lnTo>
                  <a:cubicBezTo>
                    <a:pt x="1129" y="1285"/>
                    <a:pt x="1091" y="1285"/>
                    <a:pt x="1067" y="1261"/>
                  </a:cubicBezTo>
                  <a:lnTo>
                    <a:pt x="1063" y="1257"/>
                  </a:lnTo>
                  <a:cubicBezTo>
                    <a:pt x="1040" y="1234"/>
                    <a:pt x="1040" y="1195"/>
                    <a:pt x="1063" y="1172"/>
                  </a:cubicBezTo>
                  <a:lnTo>
                    <a:pt x="1171" y="1064"/>
                  </a:lnTo>
                  <a:cubicBezTo>
                    <a:pt x="1195" y="1040"/>
                    <a:pt x="1233" y="1040"/>
                    <a:pt x="1257" y="1064"/>
                  </a:cubicBezTo>
                  <a:lnTo>
                    <a:pt x="1261" y="1068"/>
                  </a:lnTo>
                  <a:close/>
                  <a:moveTo>
                    <a:pt x="1401" y="1250"/>
                  </a:moveTo>
                  <a:cubicBezTo>
                    <a:pt x="1442" y="1292"/>
                    <a:pt x="1442" y="1359"/>
                    <a:pt x="1401" y="1401"/>
                  </a:cubicBezTo>
                  <a:cubicBezTo>
                    <a:pt x="1359" y="1443"/>
                    <a:pt x="1291" y="1443"/>
                    <a:pt x="1250" y="1401"/>
                  </a:cubicBezTo>
                  <a:cubicBezTo>
                    <a:pt x="1208" y="1359"/>
                    <a:pt x="1208" y="1292"/>
                    <a:pt x="1250" y="1250"/>
                  </a:cubicBezTo>
                  <a:cubicBezTo>
                    <a:pt x="1291" y="1208"/>
                    <a:pt x="1359" y="1208"/>
                    <a:pt x="1401" y="1250"/>
                  </a:cubicBezTo>
                  <a:close/>
                  <a:moveTo>
                    <a:pt x="1827" y="1655"/>
                  </a:moveTo>
                  <a:cubicBezTo>
                    <a:pt x="1848" y="1676"/>
                    <a:pt x="1846" y="1713"/>
                    <a:pt x="1823" y="1736"/>
                  </a:cubicBezTo>
                  <a:lnTo>
                    <a:pt x="1736" y="1823"/>
                  </a:lnTo>
                  <a:cubicBezTo>
                    <a:pt x="1713" y="1847"/>
                    <a:pt x="1676" y="1848"/>
                    <a:pt x="1654" y="1827"/>
                  </a:cubicBezTo>
                  <a:lnTo>
                    <a:pt x="1396" y="1569"/>
                  </a:lnTo>
                  <a:cubicBezTo>
                    <a:pt x="1375" y="1547"/>
                    <a:pt x="1376" y="1511"/>
                    <a:pt x="1400" y="1487"/>
                  </a:cubicBezTo>
                  <a:lnTo>
                    <a:pt x="1487" y="1400"/>
                  </a:lnTo>
                  <a:cubicBezTo>
                    <a:pt x="1510" y="1377"/>
                    <a:pt x="1547" y="1375"/>
                    <a:pt x="1568" y="1396"/>
                  </a:cubicBezTo>
                  <a:lnTo>
                    <a:pt x="1827" y="1655"/>
                  </a:lnTo>
                  <a:close/>
                  <a:moveTo>
                    <a:pt x="675" y="270"/>
                  </a:moveTo>
                  <a:cubicBezTo>
                    <a:pt x="567" y="270"/>
                    <a:pt x="465" y="312"/>
                    <a:pt x="389" y="389"/>
                  </a:cubicBezTo>
                  <a:cubicBezTo>
                    <a:pt x="312" y="465"/>
                    <a:pt x="270" y="567"/>
                    <a:pt x="270" y="675"/>
                  </a:cubicBezTo>
                  <a:cubicBezTo>
                    <a:pt x="270" y="783"/>
                    <a:pt x="312" y="885"/>
                    <a:pt x="389" y="962"/>
                  </a:cubicBezTo>
                  <a:cubicBezTo>
                    <a:pt x="465" y="1038"/>
                    <a:pt x="567" y="1080"/>
                    <a:pt x="675" y="1080"/>
                  </a:cubicBezTo>
                  <a:cubicBezTo>
                    <a:pt x="783" y="1080"/>
                    <a:pt x="885" y="1038"/>
                    <a:pt x="961" y="962"/>
                  </a:cubicBezTo>
                  <a:cubicBezTo>
                    <a:pt x="1119" y="804"/>
                    <a:pt x="1119" y="547"/>
                    <a:pt x="961" y="389"/>
                  </a:cubicBezTo>
                  <a:cubicBezTo>
                    <a:pt x="885" y="312"/>
                    <a:pt x="783" y="270"/>
                    <a:pt x="675" y="270"/>
                  </a:cubicBezTo>
                  <a:close/>
                  <a:moveTo>
                    <a:pt x="675" y="1164"/>
                  </a:moveTo>
                  <a:cubicBezTo>
                    <a:pt x="544" y="1164"/>
                    <a:pt x="422" y="1113"/>
                    <a:pt x="329" y="1021"/>
                  </a:cubicBezTo>
                  <a:cubicBezTo>
                    <a:pt x="237" y="929"/>
                    <a:pt x="186" y="806"/>
                    <a:pt x="186" y="675"/>
                  </a:cubicBezTo>
                  <a:cubicBezTo>
                    <a:pt x="186" y="545"/>
                    <a:pt x="237" y="422"/>
                    <a:pt x="329" y="330"/>
                  </a:cubicBezTo>
                  <a:cubicBezTo>
                    <a:pt x="422" y="237"/>
                    <a:pt x="544" y="187"/>
                    <a:pt x="675" y="187"/>
                  </a:cubicBezTo>
                  <a:cubicBezTo>
                    <a:pt x="806" y="187"/>
                    <a:pt x="928" y="237"/>
                    <a:pt x="1021" y="330"/>
                  </a:cubicBezTo>
                  <a:cubicBezTo>
                    <a:pt x="1211" y="520"/>
                    <a:pt x="1211" y="830"/>
                    <a:pt x="1021" y="1021"/>
                  </a:cubicBezTo>
                  <a:cubicBezTo>
                    <a:pt x="928" y="1113"/>
                    <a:pt x="806" y="1164"/>
                    <a:pt x="675" y="1164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DB6B9"/>
                </a:solidFill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10910162" y="351889"/>
            <a:ext cx="465708" cy="472063"/>
            <a:chOff x="1342896" y="2366362"/>
            <a:chExt cx="2093913" cy="2122488"/>
          </a:xfrm>
          <a:solidFill>
            <a:srgbClr val="0070C0"/>
          </a:solidFill>
        </p:grpSpPr>
        <p:sp>
          <p:nvSpPr>
            <p:cNvPr id="17" name="Freeform 6"/>
            <p:cNvSpPr>
              <a:spLocks noEditPoints="1"/>
            </p:cNvSpPr>
            <p:nvPr/>
          </p:nvSpPr>
          <p:spPr bwMode="auto">
            <a:xfrm>
              <a:off x="1342896" y="2366362"/>
              <a:ext cx="2093913" cy="2122488"/>
            </a:xfrm>
            <a:custGeom>
              <a:avLst/>
              <a:gdLst>
                <a:gd name="T0" fmla="*/ 1391 w 2783"/>
                <a:gd name="T1" fmla="*/ 0 h 2783"/>
                <a:gd name="T2" fmla="*/ 0 w 2783"/>
                <a:gd name="T3" fmla="*/ 1391 h 2783"/>
                <a:gd name="T4" fmla="*/ 1391 w 2783"/>
                <a:gd name="T5" fmla="*/ 2783 h 2783"/>
                <a:gd name="T6" fmla="*/ 2783 w 2783"/>
                <a:gd name="T7" fmla="*/ 1391 h 2783"/>
                <a:gd name="T8" fmla="*/ 1391 w 2783"/>
                <a:gd name="T9" fmla="*/ 0 h 2783"/>
                <a:gd name="T10" fmla="*/ 1391 w 2783"/>
                <a:gd name="T11" fmla="*/ 55 h 2783"/>
                <a:gd name="T12" fmla="*/ 55 w 2783"/>
                <a:gd name="T13" fmla="*/ 1391 h 2783"/>
                <a:gd name="T14" fmla="*/ 1391 w 2783"/>
                <a:gd name="T15" fmla="*/ 2728 h 2783"/>
                <a:gd name="T16" fmla="*/ 2728 w 2783"/>
                <a:gd name="T17" fmla="*/ 1391 h 2783"/>
                <a:gd name="T18" fmla="*/ 1391 w 2783"/>
                <a:gd name="T19" fmla="*/ 55 h 2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83" h="2783">
                  <a:moveTo>
                    <a:pt x="1391" y="0"/>
                  </a:moveTo>
                  <a:cubicBezTo>
                    <a:pt x="623" y="0"/>
                    <a:pt x="0" y="623"/>
                    <a:pt x="0" y="1391"/>
                  </a:cubicBezTo>
                  <a:cubicBezTo>
                    <a:pt x="0" y="2160"/>
                    <a:pt x="623" y="2783"/>
                    <a:pt x="1391" y="2783"/>
                  </a:cubicBezTo>
                  <a:cubicBezTo>
                    <a:pt x="2160" y="2783"/>
                    <a:pt x="2783" y="2160"/>
                    <a:pt x="2783" y="1391"/>
                  </a:cubicBezTo>
                  <a:cubicBezTo>
                    <a:pt x="2783" y="623"/>
                    <a:pt x="2160" y="0"/>
                    <a:pt x="1391" y="0"/>
                  </a:cubicBezTo>
                  <a:close/>
                  <a:moveTo>
                    <a:pt x="1391" y="55"/>
                  </a:moveTo>
                  <a:cubicBezTo>
                    <a:pt x="654" y="55"/>
                    <a:pt x="55" y="654"/>
                    <a:pt x="55" y="1391"/>
                  </a:cubicBezTo>
                  <a:cubicBezTo>
                    <a:pt x="55" y="2129"/>
                    <a:pt x="654" y="2728"/>
                    <a:pt x="1391" y="2728"/>
                  </a:cubicBezTo>
                  <a:cubicBezTo>
                    <a:pt x="2129" y="2728"/>
                    <a:pt x="2728" y="2129"/>
                    <a:pt x="2728" y="1391"/>
                  </a:cubicBezTo>
                  <a:cubicBezTo>
                    <a:pt x="2728" y="654"/>
                    <a:pt x="2129" y="55"/>
                    <a:pt x="1391" y="55"/>
                  </a:cubicBezTo>
                  <a:close/>
                </a:path>
              </a:pathLst>
            </a:custGeom>
            <a:grpFill/>
            <a:ln>
              <a:solidFill>
                <a:srgbClr val="002060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DB6B9"/>
                </a:solidFill>
              </a:endParaRPr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1767347" y="2753040"/>
              <a:ext cx="1311950" cy="1299916"/>
              <a:chOff x="4699000" y="4643438"/>
              <a:chExt cx="346075" cy="342900"/>
            </a:xfrm>
            <a:grpFill/>
          </p:grpSpPr>
          <p:sp>
            <p:nvSpPr>
              <p:cNvPr id="19" name="Freeform 20"/>
              <p:cNvSpPr>
                <a:spLocks noEditPoints="1"/>
              </p:cNvSpPr>
              <p:nvPr/>
            </p:nvSpPr>
            <p:spPr bwMode="auto">
              <a:xfrm>
                <a:off x="4894263" y="4841875"/>
                <a:ext cx="146050" cy="142875"/>
              </a:xfrm>
              <a:custGeom>
                <a:avLst/>
                <a:gdLst>
                  <a:gd name="T0" fmla="*/ 232 w 340"/>
                  <a:gd name="T1" fmla="*/ 183 h 333"/>
                  <a:gd name="T2" fmla="*/ 274 w 340"/>
                  <a:gd name="T3" fmla="*/ 224 h 333"/>
                  <a:gd name="T4" fmla="*/ 232 w 340"/>
                  <a:gd name="T5" fmla="*/ 266 h 333"/>
                  <a:gd name="T6" fmla="*/ 191 w 340"/>
                  <a:gd name="T7" fmla="*/ 224 h 333"/>
                  <a:gd name="T8" fmla="*/ 232 w 340"/>
                  <a:gd name="T9" fmla="*/ 183 h 333"/>
                  <a:gd name="T10" fmla="*/ 75 w 340"/>
                  <a:gd name="T11" fmla="*/ 3 h 333"/>
                  <a:gd name="T12" fmla="*/ 85 w 340"/>
                  <a:gd name="T13" fmla="*/ 24 h 333"/>
                  <a:gd name="T14" fmla="*/ 63 w 340"/>
                  <a:gd name="T15" fmla="*/ 46 h 333"/>
                  <a:gd name="T16" fmla="*/ 42 w 340"/>
                  <a:gd name="T17" fmla="*/ 67 h 333"/>
                  <a:gd name="T18" fmla="*/ 0 w 340"/>
                  <a:gd name="T19" fmla="*/ 94 h 333"/>
                  <a:gd name="T20" fmla="*/ 140 w 340"/>
                  <a:gd name="T21" fmla="*/ 235 h 333"/>
                  <a:gd name="T22" fmla="*/ 207 w 340"/>
                  <a:gd name="T23" fmla="*/ 324 h 333"/>
                  <a:gd name="T24" fmla="*/ 242 w 340"/>
                  <a:gd name="T25" fmla="*/ 333 h 333"/>
                  <a:gd name="T26" fmla="*/ 340 w 340"/>
                  <a:gd name="T27" fmla="*/ 235 h 333"/>
                  <a:gd name="T28" fmla="*/ 330 w 340"/>
                  <a:gd name="T29" fmla="*/ 199 h 333"/>
                  <a:gd name="T30" fmla="*/ 242 w 340"/>
                  <a:gd name="T31" fmla="*/ 133 h 333"/>
                  <a:gd name="T32" fmla="*/ 109 w 340"/>
                  <a:gd name="T33" fmla="*/ 0 h 333"/>
                  <a:gd name="T34" fmla="*/ 96 w 340"/>
                  <a:gd name="T35" fmla="*/ 13 h 333"/>
                  <a:gd name="T36" fmla="*/ 75 w 340"/>
                  <a:gd name="T37" fmla="*/ 3 h 3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40" h="333">
                    <a:moveTo>
                      <a:pt x="232" y="183"/>
                    </a:moveTo>
                    <a:cubicBezTo>
                      <a:pt x="255" y="183"/>
                      <a:pt x="274" y="201"/>
                      <a:pt x="274" y="224"/>
                    </a:cubicBezTo>
                    <a:cubicBezTo>
                      <a:pt x="274" y="247"/>
                      <a:pt x="255" y="266"/>
                      <a:pt x="232" y="266"/>
                    </a:cubicBezTo>
                    <a:cubicBezTo>
                      <a:pt x="210" y="266"/>
                      <a:pt x="191" y="247"/>
                      <a:pt x="191" y="224"/>
                    </a:cubicBezTo>
                    <a:cubicBezTo>
                      <a:pt x="191" y="201"/>
                      <a:pt x="210" y="183"/>
                      <a:pt x="232" y="183"/>
                    </a:cubicBezTo>
                    <a:close/>
                    <a:moveTo>
                      <a:pt x="75" y="3"/>
                    </a:moveTo>
                    <a:lnTo>
                      <a:pt x="85" y="24"/>
                    </a:lnTo>
                    <a:lnTo>
                      <a:pt x="63" y="46"/>
                    </a:lnTo>
                    <a:lnTo>
                      <a:pt x="42" y="67"/>
                    </a:lnTo>
                    <a:cubicBezTo>
                      <a:pt x="30" y="79"/>
                      <a:pt x="15" y="88"/>
                      <a:pt x="0" y="94"/>
                    </a:cubicBezTo>
                    <a:lnTo>
                      <a:pt x="140" y="235"/>
                    </a:lnTo>
                    <a:lnTo>
                      <a:pt x="207" y="324"/>
                    </a:lnTo>
                    <a:lnTo>
                      <a:pt x="242" y="333"/>
                    </a:lnTo>
                    <a:lnTo>
                      <a:pt x="340" y="235"/>
                    </a:lnTo>
                    <a:lnTo>
                      <a:pt x="330" y="199"/>
                    </a:lnTo>
                    <a:lnTo>
                      <a:pt x="242" y="133"/>
                    </a:lnTo>
                    <a:lnTo>
                      <a:pt x="109" y="0"/>
                    </a:lnTo>
                    <a:lnTo>
                      <a:pt x="96" y="13"/>
                    </a:lnTo>
                    <a:lnTo>
                      <a:pt x="75" y="3"/>
                    </a:ln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srgbClr val="21A3D0"/>
                  </a:solidFill>
                  <a:latin typeface="Arial" panose="020B0604020202020204"/>
                  <a:ea typeface="微软雅黑" panose="020B0503020204020204" charset="-122"/>
                </a:endParaRPr>
              </a:p>
            </p:txBody>
          </p:sp>
          <p:sp>
            <p:nvSpPr>
              <p:cNvPr id="20" name="Freeform 21"/>
              <p:cNvSpPr/>
              <p:nvPr/>
            </p:nvSpPr>
            <p:spPr bwMode="auto">
              <a:xfrm>
                <a:off x="4699000" y="4643438"/>
                <a:ext cx="153987" cy="153988"/>
              </a:xfrm>
              <a:custGeom>
                <a:avLst/>
                <a:gdLst>
                  <a:gd name="T0" fmla="*/ 288 w 354"/>
                  <a:gd name="T1" fmla="*/ 281 h 355"/>
                  <a:gd name="T2" fmla="*/ 311 w 354"/>
                  <a:gd name="T3" fmla="*/ 258 h 355"/>
                  <a:gd name="T4" fmla="*/ 332 w 354"/>
                  <a:gd name="T5" fmla="*/ 269 h 355"/>
                  <a:gd name="T6" fmla="*/ 321 w 354"/>
                  <a:gd name="T7" fmla="*/ 248 h 355"/>
                  <a:gd name="T8" fmla="*/ 344 w 354"/>
                  <a:gd name="T9" fmla="*/ 225 h 355"/>
                  <a:gd name="T10" fmla="*/ 346 w 354"/>
                  <a:gd name="T11" fmla="*/ 223 h 355"/>
                  <a:gd name="T12" fmla="*/ 354 w 354"/>
                  <a:gd name="T13" fmla="*/ 185 h 355"/>
                  <a:gd name="T14" fmla="*/ 170 w 354"/>
                  <a:gd name="T15" fmla="*/ 1 h 355"/>
                  <a:gd name="T16" fmla="*/ 153 w 354"/>
                  <a:gd name="T17" fmla="*/ 17 h 355"/>
                  <a:gd name="T18" fmla="*/ 222 w 354"/>
                  <a:gd name="T19" fmla="*/ 127 h 355"/>
                  <a:gd name="T20" fmla="*/ 126 w 354"/>
                  <a:gd name="T21" fmla="*/ 223 h 355"/>
                  <a:gd name="T22" fmla="*/ 16 w 354"/>
                  <a:gd name="T23" fmla="*/ 154 h 355"/>
                  <a:gd name="T24" fmla="*/ 0 w 354"/>
                  <a:gd name="T25" fmla="*/ 171 h 355"/>
                  <a:gd name="T26" fmla="*/ 184 w 354"/>
                  <a:gd name="T27" fmla="*/ 355 h 355"/>
                  <a:gd name="T28" fmla="*/ 237 w 354"/>
                  <a:gd name="T29" fmla="*/ 340 h 355"/>
                  <a:gd name="T30" fmla="*/ 240 w 354"/>
                  <a:gd name="T31" fmla="*/ 344 h 355"/>
                  <a:gd name="T32" fmla="*/ 268 w 354"/>
                  <a:gd name="T33" fmla="*/ 301 h 355"/>
                  <a:gd name="T34" fmla="*/ 288 w 354"/>
                  <a:gd name="T35" fmla="*/ 281 h 3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54" h="355">
                    <a:moveTo>
                      <a:pt x="288" y="281"/>
                    </a:moveTo>
                    <a:lnTo>
                      <a:pt x="311" y="258"/>
                    </a:lnTo>
                    <a:lnTo>
                      <a:pt x="332" y="269"/>
                    </a:lnTo>
                    <a:lnTo>
                      <a:pt x="321" y="248"/>
                    </a:lnTo>
                    <a:lnTo>
                      <a:pt x="344" y="225"/>
                    </a:lnTo>
                    <a:lnTo>
                      <a:pt x="346" y="223"/>
                    </a:lnTo>
                    <a:cubicBezTo>
                      <a:pt x="351" y="210"/>
                      <a:pt x="354" y="197"/>
                      <a:pt x="354" y="185"/>
                    </a:cubicBezTo>
                    <a:cubicBezTo>
                      <a:pt x="354" y="91"/>
                      <a:pt x="264" y="0"/>
                      <a:pt x="170" y="1"/>
                    </a:cubicBezTo>
                    <a:cubicBezTo>
                      <a:pt x="170" y="1"/>
                      <a:pt x="159" y="11"/>
                      <a:pt x="153" y="17"/>
                    </a:cubicBezTo>
                    <a:cubicBezTo>
                      <a:pt x="229" y="93"/>
                      <a:pt x="222" y="80"/>
                      <a:pt x="222" y="127"/>
                    </a:cubicBezTo>
                    <a:cubicBezTo>
                      <a:pt x="222" y="164"/>
                      <a:pt x="162" y="223"/>
                      <a:pt x="126" y="223"/>
                    </a:cubicBezTo>
                    <a:cubicBezTo>
                      <a:pt x="78" y="223"/>
                      <a:pt x="93" y="231"/>
                      <a:pt x="16" y="154"/>
                    </a:cubicBezTo>
                    <a:cubicBezTo>
                      <a:pt x="10" y="160"/>
                      <a:pt x="0" y="171"/>
                      <a:pt x="0" y="171"/>
                    </a:cubicBezTo>
                    <a:cubicBezTo>
                      <a:pt x="1" y="265"/>
                      <a:pt x="90" y="355"/>
                      <a:pt x="184" y="355"/>
                    </a:cubicBezTo>
                    <a:cubicBezTo>
                      <a:pt x="201" y="355"/>
                      <a:pt x="219" y="349"/>
                      <a:pt x="237" y="340"/>
                    </a:cubicBezTo>
                    <a:lnTo>
                      <a:pt x="240" y="344"/>
                    </a:lnTo>
                    <a:cubicBezTo>
                      <a:pt x="246" y="328"/>
                      <a:pt x="255" y="314"/>
                      <a:pt x="268" y="301"/>
                    </a:cubicBezTo>
                    <a:lnTo>
                      <a:pt x="288" y="281"/>
                    </a:ln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srgbClr val="21A3D0"/>
                  </a:solidFill>
                  <a:latin typeface="Arial" panose="020B0604020202020204"/>
                  <a:ea typeface="微软雅黑" panose="020B0503020204020204" charset="-122"/>
                </a:endParaRPr>
              </a:p>
            </p:txBody>
          </p:sp>
          <p:sp>
            <p:nvSpPr>
              <p:cNvPr id="21" name="Freeform 22"/>
              <p:cNvSpPr/>
              <p:nvPr/>
            </p:nvSpPr>
            <p:spPr bwMode="auto">
              <a:xfrm>
                <a:off x="4699000" y="4643438"/>
                <a:ext cx="346075" cy="342900"/>
              </a:xfrm>
              <a:custGeom>
                <a:avLst/>
                <a:gdLst>
                  <a:gd name="T0" fmla="*/ 771 w 800"/>
                  <a:gd name="T1" fmla="*/ 76 h 791"/>
                  <a:gd name="T2" fmla="*/ 716 w 800"/>
                  <a:gd name="T3" fmla="*/ 22 h 791"/>
                  <a:gd name="T4" fmla="*/ 663 w 800"/>
                  <a:gd name="T5" fmla="*/ 0 h 791"/>
                  <a:gd name="T6" fmla="*/ 610 w 800"/>
                  <a:gd name="T7" fmla="*/ 22 h 791"/>
                  <a:gd name="T8" fmla="*/ 376 w 800"/>
                  <a:gd name="T9" fmla="*/ 256 h 791"/>
                  <a:gd name="T10" fmla="*/ 366 w 800"/>
                  <a:gd name="T11" fmla="*/ 302 h 791"/>
                  <a:gd name="T12" fmla="*/ 335 w 800"/>
                  <a:gd name="T13" fmla="*/ 315 h 791"/>
                  <a:gd name="T14" fmla="*/ 320 w 800"/>
                  <a:gd name="T15" fmla="*/ 312 h 791"/>
                  <a:gd name="T16" fmla="*/ 300 w 800"/>
                  <a:gd name="T17" fmla="*/ 332 h 791"/>
                  <a:gd name="T18" fmla="*/ 300 w 800"/>
                  <a:gd name="T19" fmla="*/ 438 h 791"/>
                  <a:gd name="T20" fmla="*/ 303 w 800"/>
                  <a:gd name="T21" fmla="*/ 442 h 791"/>
                  <a:gd name="T22" fmla="*/ 120 w 800"/>
                  <a:gd name="T23" fmla="*/ 625 h 791"/>
                  <a:gd name="T24" fmla="*/ 72 w 800"/>
                  <a:gd name="T25" fmla="*/ 643 h 791"/>
                  <a:gd name="T26" fmla="*/ 0 w 800"/>
                  <a:gd name="T27" fmla="*/ 745 h 791"/>
                  <a:gd name="T28" fmla="*/ 46 w 800"/>
                  <a:gd name="T29" fmla="*/ 791 h 791"/>
                  <a:gd name="T30" fmla="*/ 148 w 800"/>
                  <a:gd name="T31" fmla="*/ 720 h 791"/>
                  <a:gd name="T32" fmla="*/ 166 w 800"/>
                  <a:gd name="T33" fmla="*/ 670 h 791"/>
                  <a:gd name="T34" fmla="*/ 349 w 800"/>
                  <a:gd name="T35" fmla="*/ 487 h 791"/>
                  <a:gd name="T36" fmla="*/ 355 w 800"/>
                  <a:gd name="T37" fmla="*/ 493 h 791"/>
                  <a:gd name="T38" fmla="*/ 407 w 800"/>
                  <a:gd name="T39" fmla="*/ 515 h 791"/>
                  <a:gd name="T40" fmla="*/ 460 w 800"/>
                  <a:gd name="T41" fmla="*/ 493 h 791"/>
                  <a:gd name="T42" fmla="*/ 481 w 800"/>
                  <a:gd name="T43" fmla="*/ 472 h 791"/>
                  <a:gd name="T44" fmla="*/ 490 w 800"/>
                  <a:gd name="T45" fmla="*/ 426 h 791"/>
                  <a:gd name="T46" fmla="*/ 522 w 800"/>
                  <a:gd name="T47" fmla="*/ 414 h 791"/>
                  <a:gd name="T48" fmla="*/ 536 w 800"/>
                  <a:gd name="T49" fmla="*/ 417 h 791"/>
                  <a:gd name="T50" fmla="*/ 771 w 800"/>
                  <a:gd name="T51" fmla="*/ 182 h 791"/>
                  <a:gd name="T52" fmla="*/ 771 w 800"/>
                  <a:gd name="T53" fmla="*/ 76 h 7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00" h="791">
                    <a:moveTo>
                      <a:pt x="771" y="76"/>
                    </a:moveTo>
                    <a:lnTo>
                      <a:pt x="716" y="22"/>
                    </a:lnTo>
                    <a:cubicBezTo>
                      <a:pt x="701" y="7"/>
                      <a:pt x="682" y="0"/>
                      <a:pt x="663" y="0"/>
                    </a:cubicBezTo>
                    <a:cubicBezTo>
                      <a:pt x="644" y="0"/>
                      <a:pt x="625" y="7"/>
                      <a:pt x="610" y="22"/>
                    </a:cubicBezTo>
                    <a:lnTo>
                      <a:pt x="376" y="256"/>
                    </a:lnTo>
                    <a:cubicBezTo>
                      <a:pt x="383" y="270"/>
                      <a:pt x="378" y="291"/>
                      <a:pt x="366" y="302"/>
                    </a:cubicBezTo>
                    <a:cubicBezTo>
                      <a:pt x="359" y="310"/>
                      <a:pt x="346" y="315"/>
                      <a:pt x="335" y="315"/>
                    </a:cubicBezTo>
                    <a:cubicBezTo>
                      <a:pt x="330" y="315"/>
                      <a:pt x="325" y="314"/>
                      <a:pt x="320" y="312"/>
                    </a:cubicBezTo>
                    <a:lnTo>
                      <a:pt x="300" y="332"/>
                    </a:lnTo>
                    <a:cubicBezTo>
                      <a:pt x="271" y="361"/>
                      <a:pt x="271" y="409"/>
                      <a:pt x="300" y="438"/>
                    </a:cubicBezTo>
                    <a:lnTo>
                      <a:pt x="303" y="442"/>
                    </a:lnTo>
                    <a:lnTo>
                      <a:pt x="120" y="625"/>
                    </a:lnTo>
                    <a:lnTo>
                      <a:pt x="72" y="643"/>
                    </a:lnTo>
                    <a:lnTo>
                      <a:pt x="0" y="745"/>
                    </a:lnTo>
                    <a:lnTo>
                      <a:pt x="46" y="791"/>
                    </a:lnTo>
                    <a:lnTo>
                      <a:pt x="148" y="720"/>
                    </a:lnTo>
                    <a:lnTo>
                      <a:pt x="166" y="670"/>
                    </a:lnTo>
                    <a:lnTo>
                      <a:pt x="349" y="487"/>
                    </a:lnTo>
                    <a:lnTo>
                      <a:pt x="355" y="493"/>
                    </a:lnTo>
                    <a:cubicBezTo>
                      <a:pt x="369" y="507"/>
                      <a:pt x="388" y="515"/>
                      <a:pt x="407" y="515"/>
                    </a:cubicBezTo>
                    <a:cubicBezTo>
                      <a:pt x="426" y="515"/>
                      <a:pt x="446" y="507"/>
                      <a:pt x="460" y="493"/>
                    </a:cubicBezTo>
                    <a:lnTo>
                      <a:pt x="481" y="472"/>
                    </a:lnTo>
                    <a:cubicBezTo>
                      <a:pt x="474" y="458"/>
                      <a:pt x="479" y="437"/>
                      <a:pt x="490" y="426"/>
                    </a:cubicBezTo>
                    <a:cubicBezTo>
                      <a:pt x="498" y="419"/>
                      <a:pt x="510" y="414"/>
                      <a:pt x="522" y="414"/>
                    </a:cubicBezTo>
                    <a:cubicBezTo>
                      <a:pt x="527" y="414"/>
                      <a:pt x="532" y="415"/>
                      <a:pt x="536" y="417"/>
                    </a:cubicBezTo>
                    <a:lnTo>
                      <a:pt x="771" y="182"/>
                    </a:lnTo>
                    <a:cubicBezTo>
                      <a:pt x="800" y="153"/>
                      <a:pt x="800" y="106"/>
                      <a:pt x="771" y="76"/>
                    </a:cubicBez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srgbClr val="21A3D0"/>
                  </a:solidFill>
                  <a:latin typeface="Arial" panose="020B0604020202020204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22" name="组合 21"/>
          <p:cNvGrpSpPr/>
          <p:nvPr userDrawn="1"/>
        </p:nvGrpSpPr>
        <p:grpSpPr>
          <a:xfrm>
            <a:off x="11501159" y="351889"/>
            <a:ext cx="465708" cy="472063"/>
            <a:chOff x="4910385" y="-2248866"/>
            <a:chExt cx="2093913" cy="2122488"/>
          </a:xfrm>
          <a:solidFill>
            <a:srgbClr val="0070C0"/>
          </a:solidFill>
        </p:grpSpPr>
        <p:sp>
          <p:nvSpPr>
            <p:cNvPr id="23" name="Freeform 6"/>
            <p:cNvSpPr>
              <a:spLocks noEditPoints="1"/>
            </p:cNvSpPr>
            <p:nvPr/>
          </p:nvSpPr>
          <p:spPr bwMode="auto">
            <a:xfrm>
              <a:off x="4910385" y="-2248866"/>
              <a:ext cx="2093913" cy="2122488"/>
            </a:xfrm>
            <a:custGeom>
              <a:avLst/>
              <a:gdLst>
                <a:gd name="T0" fmla="*/ 1391 w 2783"/>
                <a:gd name="T1" fmla="*/ 0 h 2783"/>
                <a:gd name="T2" fmla="*/ 0 w 2783"/>
                <a:gd name="T3" fmla="*/ 1391 h 2783"/>
                <a:gd name="T4" fmla="*/ 1391 w 2783"/>
                <a:gd name="T5" fmla="*/ 2783 h 2783"/>
                <a:gd name="T6" fmla="*/ 2783 w 2783"/>
                <a:gd name="T7" fmla="*/ 1391 h 2783"/>
                <a:gd name="T8" fmla="*/ 1391 w 2783"/>
                <a:gd name="T9" fmla="*/ 0 h 2783"/>
                <a:gd name="T10" fmla="*/ 1391 w 2783"/>
                <a:gd name="T11" fmla="*/ 55 h 2783"/>
                <a:gd name="T12" fmla="*/ 55 w 2783"/>
                <a:gd name="T13" fmla="*/ 1391 h 2783"/>
                <a:gd name="T14" fmla="*/ 1391 w 2783"/>
                <a:gd name="T15" fmla="*/ 2728 h 2783"/>
                <a:gd name="T16" fmla="*/ 2728 w 2783"/>
                <a:gd name="T17" fmla="*/ 1391 h 2783"/>
                <a:gd name="T18" fmla="*/ 1391 w 2783"/>
                <a:gd name="T19" fmla="*/ 55 h 2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83" h="2783">
                  <a:moveTo>
                    <a:pt x="1391" y="0"/>
                  </a:moveTo>
                  <a:cubicBezTo>
                    <a:pt x="623" y="0"/>
                    <a:pt x="0" y="623"/>
                    <a:pt x="0" y="1391"/>
                  </a:cubicBezTo>
                  <a:cubicBezTo>
                    <a:pt x="0" y="2160"/>
                    <a:pt x="623" y="2783"/>
                    <a:pt x="1391" y="2783"/>
                  </a:cubicBezTo>
                  <a:cubicBezTo>
                    <a:pt x="2160" y="2783"/>
                    <a:pt x="2783" y="2160"/>
                    <a:pt x="2783" y="1391"/>
                  </a:cubicBezTo>
                  <a:cubicBezTo>
                    <a:pt x="2783" y="623"/>
                    <a:pt x="2160" y="0"/>
                    <a:pt x="1391" y="0"/>
                  </a:cubicBezTo>
                  <a:close/>
                  <a:moveTo>
                    <a:pt x="1391" y="55"/>
                  </a:moveTo>
                  <a:cubicBezTo>
                    <a:pt x="654" y="55"/>
                    <a:pt x="55" y="654"/>
                    <a:pt x="55" y="1391"/>
                  </a:cubicBezTo>
                  <a:cubicBezTo>
                    <a:pt x="55" y="2129"/>
                    <a:pt x="654" y="2728"/>
                    <a:pt x="1391" y="2728"/>
                  </a:cubicBezTo>
                  <a:cubicBezTo>
                    <a:pt x="2129" y="2728"/>
                    <a:pt x="2728" y="2129"/>
                    <a:pt x="2728" y="1391"/>
                  </a:cubicBezTo>
                  <a:cubicBezTo>
                    <a:pt x="2728" y="654"/>
                    <a:pt x="2129" y="55"/>
                    <a:pt x="1391" y="55"/>
                  </a:cubicBezTo>
                  <a:close/>
                </a:path>
              </a:pathLst>
            </a:custGeom>
            <a:grpFill/>
            <a:ln>
              <a:solidFill>
                <a:srgbClr val="002060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DB6B9"/>
                </a:solidFill>
              </a:endParaRPr>
            </a:p>
          </p:txBody>
        </p:sp>
        <p:sp>
          <p:nvSpPr>
            <p:cNvPr id="24" name="Freeform 5"/>
            <p:cNvSpPr>
              <a:spLocks noEditPoints="1"/>
            </p:cNvSpPr>
            <p:nvPr/>
          </p:nvSpPr>
          <p:spPr bwMode="auto">
            <a:xfrm>
              <a:off x="5341463" y="-1826020"/>
              <a:ext cx="1381847" cy="1227579"/>
            </a:xfrm>
            <a:custGeom>
              <a:avLst/>
              <a:gdLst>
                <a:gd name="T0" fmla="*/ 746 w 1802"/>
                <a:gd name="T1" fmla="*/ 524 h 1618"/>
                <a:gd name="T2" fmla="*/ 223 w 1802"/>
                <a:gd name="T3" fmla="*/ 599 h 1618"/>
                <a:gd name="T4" fmla="*/ 223 w 1802"/>
                <a:gd name="T5" fmla="*/ 383 h 1618"/>
                <a:gd name="T6" fmla="*/ 1059 w 1802"/>
                <a:gd name="T7" fmla="*/ 458 h 1618"/>
                <a:gd name="T8" fmla="*/ 223 w 1802"/>
                <a:gd name="T9" fmla="*/ 383 h 1618"/>
                <a:gd name="T10" fmla="*/ 1059 w 1802"/>
                <a:gd name="T11" fmla="*/ 241 h 1618"/>
                <a:gd name="T12" fmla="*/ 223 w 1802"/>
                <a:gd name="T13" fmla="*/ 317 h 1618"/>
                <a:gd name="T14" fmla="*/ 0 w 1802"/>
                <a:gd name="T15" fmla="*/ 1182 h 1618"/>
                <a:gd name="T16" fmla="*/ 202 w 1802"/>
                <a:gd name="T17" fmla="*/ 1455 h 1618"/>
                <a:gd name="T18" fmla="*/ 1283 w 1802"/>
                <a:gd name="T19" fmla="*/ 1548 h 1618"/>
                <a:gd name="T20" fmla="*/ 1198 w 1802"/>
                <a:gd name="T21" fmla="*/ 1219 h 1618"/>
                <a:gd name="T22" fmla="*/ 382 w 1802"/>
                <a:gd name="T23" fmla="*/ 1228 h 1618"/>
                <a:gd name="T24" fmla="*/ 298 w 1802"/>
                <a:gd name="T25" fmla="*/ 1320 h 1618"/>
                <a:gd name="T26" fmla="*/ 84 w 1802"/>
                <a:gd name="T27" fmla="*/ 1164 h 1618"/>
                <a:gd name="T28" fmla="*/ 1198 w 1802"/>
                <a:gd name="T29" fmla="*/ 85 h 1618"/>
                <a:gd name="T30" fmla="*/ 1283 w 1802"/>
                <a:gd name="T31" fmla="*/ 840 h 1618"/>
                <a:gd name="T32" fmla="*/ 0 w 1802"/>
                <a:gd name="T33" fmla="*/ 0 h 1618"/>
                <a:gd name="T34" fmla="*/ 302 w 1802"/>
                <a:gd name="T35" fmla="*/ 1398 h 1618"/>
                <a:gd name="T36" fmla="*/ 972 w 1802"/>
                <a:gd name="T37" fmla="*/ 1492 h 1618"/>
                <a:gd name="T38" fmla="*/ 302 w 1802"/>
                <a:gd name="T39" fmla="*/ 1398 h 1618"/>
                <a:gd name="T40" fmla="*/ 1442 w 1802"/>
                <a:gd name="T41" fmla="*/ 1062 h 1618"/>
                <a:gd name="T42" fmla="*/ 993 w 1802"/>
                <a:gd name="T43" fmla="*/ 851 h 1618"/>
                <a:gd name="T44" fmla="*/ 1783 w 1802"/>
                <a:gd name="T45" fmla="*/ 1547 h 1618"/>
                <a:gd name="T46" fmla="*/ 1604 w 1802"/>
                <a:gd name="T47" fmla="*/ 1057 h 1618"/>
                <a:gd name="T48" fmla="*/ 1387 w 1802"/>
                <a:gd name="T49" fmla="*/ 940 h 1618"/>
                <a:gd name="T50" fmla="*/ 1393 w 1802"/>
                <a:gd name="T51" fmla="*/ 863 h 1618"/>
                <a:gd name="T52" fmla="*/ 1333 w 1802"/>
                <a:gd name="T53" fmla="*/ 914 h 1618"/>
                <a:gd name="T54" fmla="*/ 1360 w 1802"/>
                <a:gd name="T55" fmla="*/ 951 h 1618"/>
                <a:gd name="T56" fmla="*/ 1549 w 1802"/>
                <a:gd name="T57" fmla="*/ 1082 h 1618"/>
                <a:gd name="T58" fmla="*/ 1681 w 1802"/>
                <a:gd name="T59" fmla="*/ 1321 h 1618"/>
                <a:gd name="T60" fmla="*/ 1572 w 1802"/>
                <a:gd name="T61" fmla="*/ 1171 h 1618"/>
                <a:gd name="T62" fmla="*/ 1270 w 1802"/>
                <a:gd name="T63" fmla="*/ 1253 h 1618"/>
                <a:gd name="T64" fmla="*/ 1696 w 1802"/>
                <a:gd name="T65" fmla="*/ 1610 h 1618"/>
                <a:gd name="T66" fmla="*/ 1069 w 1802"/>
                <a:gd name="T67" fmla="*/ 618 h 1618"/>
                <a:gd name="T68" fmla="*/ 823 w 1802"/>
                <a:gd name="T69" fmla="*/ 496 h 1618"/>
                <a:gd name="T70" fmla="*/ 1007 w 1802"/>
                <a:gd name="T71" fmla="*/ 661 h 1618"/>
                <a:gd name="T72" fmla="*/ 941 w 1802"/>
                <a:gd name="T73" fmla="*/ 716 h 1618"/>
                <a:gd name="T74" fmla="*/ 810 w 1802"/>
                <a:gd name="T75" fmla="*/ 507 h 1618"/>
                <a:gd name="T76" fmla="*/ 889 w 1802"/>
                <a:gd name="T77" fmla="*/ 770 h 1618"/>
                <a:gd name="T78" fmla="*/ 1111 w 1802"/>
                <a:gd name="T79" fmla="*/ 712 h 1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802" h="1618">
                  <a:moveTo>
                    <a:pt x="223" y="524"/>
                  </a:moveTo>
                  <a:lnTo>
                    <a:pt x="746" y="524"/>
                  </a:lnTo>
                  <a:lnTo>
                    <a:pt x="746" y="599"/>
                  </a:lnTo>
                  <a:lnTo>
                    <a:pt x="223" y="599"/>
                  </a:lnTo>
                  <a:lnTo>
                    <a:pt x="223" y="524"/>
                  </a:lnTo>
                  <a:close/>
                  <a:moveTo>
                    <a:pt x="223" y="383"/>
                  </a:moveTo>
                  <a:lnTo>
                    <a:pt x="1059" y="383"/>
                  </a:lnTo>
                  <a:lnTo>
                    <a:pt x="1059" y="458"/>
                  </a:lnTo>
                  <a:lnTo>
                    <a:pt x="223" y="458"/>
                  </a:lnTo>
                  <a:lnTo>
                    <a:pt x="223" y="383"/>
                  </a:lnTo>
                  <a:close/>
                  <a:moveTo>
                    <a:pt x="223" y="241"/>
                  </a:moveTo>
                  <a:lnTo>
                    <a:pt x="1059" y="241"/>
                  </a:lnTo>
                  <a:lnTo>
                    <a:pt x="1059" y="317"/>
                  </a:lnTo>
                  <a:lnTo>
                    <a:pt x="223" y="317"/>
                  </a:lnTo>
                  <a:lnTo>
                    <a:pt x="223" y="241"/>
                  </a:lnTo>
                  <a:close/>
                  <a:moveTo>
                    <a:pt x="0" y="1182"/>
                  </a:moveTo>
                  <a:cubicBezTo>
                    <a:pt x="0" y="1254"/>
                    <a:pt x="9" y="1311"/>
                    <a:pt x="54" y="1369"/>
                  </a:cubicBezTo>
                  <a:cubicBezTo>
                    <a:pt x="92" y="1419"/>
                    <a:pt x="140" y="1446"/>
                    <a:pt x="202" y="1455"/>
                  </a:cubicBezTo>
                  <a:lnTo>
                    <a:pt x="1206" y="1612"/>
                  </a:lnTo>
                  <a:cubicBezTo>
                    <a:pt x="1248" y="1618"/>
                    <a:pt x="1283" y="1590"/>
                    <a:pt x="1283" y="1548"/>
                  </a:cubicBezTo>
                  <a:lnTo>
                    <a:pt x="1283" y="1335"/>
                  </a:lnTo>
                  <a:cubicBezTo>
                    <a:pt x="1254" y="1299"/>
                    <a:pt x="1226" y="1259"/>
                    <a:pt x="1198" y="1219"/>
                  </a:cubicBezTo>
                  <a:lnTo>
                    <a:pt x="1198" y="1490"/>
                  </a:lnTo>
                  <a:lnTo>
                    <a:pt x="382" y="1228"/>
                  </a:lnTo>
                  <a:cubicBezTo>
                    <a:pt x="372" y="1225"/>
                    <a:pt x="361" y="1229"/>
                    <a:pt x="356" y="1239"/>
                  </a:cubicBezTo>
                  <a:cubicBezTo>
                    <a:pt x="339" y="1273"/>
                    <a:pt x="319" y="1304"/>
                    <a:pt x="298" y="1320"/>
                  </a:cubicBezTo>
                  <a:cubicBezTo>
                    <a:pt x="239" y="1366"/>
                    <a:pt x="166" y="1357"/>
                    <a:pt x="121" y="1299"/>
                  </a:cubicBezTo>
                  <a:cubicBezTo>
                    <a:pt x="88" y="1256"/>
                    <a:pt x="84" y="1215"/>
                    <a:pt x="84" y="1164"/>
                  </a:cubicBezTo>
                  <a:lnTo>
                    <a:pt x="84" y="85"/>
                  </a:lnTo>
                  <a:lnTo>
                    <a:pt x="1198" y="85"/>
                  </a:lnTo>
                  <a:lnTo>
                    <a:pt x="1198" y="751"/>
                  </a:lnTo>
                  <a:lnTo>
                    <a:pt x="1283" y="840"/>
                  </a:lnTo>
                  <a:lnTo>
                    <a:pt x="1283" y="0"/>
                  </a:lnTo>
                  <a:lnTo>
                    <a:pt x="0" y="0"/>
                  </a:lnTo>
                  <a:lnTo>
                    <a:pt x="0" y="1182"/>
                  </a:lnTo>
                  <a:close/>
                  <a:moveTo>
                    <a:pt x="302" y="1398"/>
                  </a:moveTo>
                  <a:lnTo>
                    <a:pt x="970" y="1503"/>
                  </a:lnTo>
                  <a:cubicBezTo>
                    <a:pt x="977" y="1504"/>
                    <a:pt x="980" y="1494"/>
                    <a:pt x="972" y="1492"/>
                  </a:cubicBezTo>
                  <a:lnTo>
                    <a:pt x="390" y="1305"/>
                  </a:lnTo>
                  <a:cubicBezTo>
                    <a:pt x="364" y="1349"/>
                    <a:pt x="344" y="1371"/>
                    <a:pt x="302" y="1398"/>
                  </a:cubicBezTo>
                  <a:close/>
                  <a:moveTo>
                    <a:pt x="1131" y="735"/>
                  </a:moveTo>
                  <a:lnTo>
                    <a:pt x="1442" y="1062"/>
                  </a:lnTo>
                  <a:lnTo>
                    <a:pt x="1264" y="1213"/>
                  </a:lnTo>
                  <a:lnTo>
                    <a:pt x="993" y="851"/>
                  </a:lnTo>
                  <a:lnTo>
                    <a:pt x="1131" y="735"/>
                  </a:lnTo>
                  <a:close/>
                  <a:moveTo>
                    <a:pt x="1783" y="1547"/>
                  </a:moveTo>
                  <a:cubicBezTo>
                    <a:pt x="1788" y="1530"/>
                    <a:pt x="1791" y="1511"/>
                    <a:pt x="1793" y="1489"/>
                  </a:cubicBezTo>
                  <a:cubicBezTo>
                    <a:pt x="1802" y="1343"/>
                    <a:pt x="1781" y="1146"/>
                    <a:pt x="1604" y="1057"/>
                  </a:cubicBezTo>
                  <a:cubicBezTo>
                    <a:pt x="1550" y="1030"/>
                    <a:pt x="1446" y="989"/>
                    <a:pt x="1408" y="959"/>
                  </a:cubicBezTo>
                  <a:cubicBezTo>
                    <a:pt x="1399" y="952"/>
                    <a:pt x="1392" y="946"/>
                    <a:pt x="1387" y="940"/>
                  </a:cubicBezTo>
                  <a:cubicBezTo>
                    <a:pt x="1392" y="939"/>
                    <a:pt x="1397" y="937"/>
                    <a:pt x="1401" y="933"/>
                  </a:cubicBezTo>
                  <a:cubicBezTo>
                    <a:pt x="1418" y="919"/>
                    <a:pt x="1414" y="888"/>
                    <a:pt x="1393" y="863"/>
                  </a:cubicBezTo>
                  <a:cubicBezTo>
                    <a:pt x="1373" y="838"/>
                    <a:pt x="1342" y="830"/>
                    <a:pt x="1325" y="844"/>
                  </a:cubicBezTo>
                  <a:cubicBezTo>
                    <a:pt x="1309" y="858"/>
                    <a:pt x="1312" y="890"/>
                    <a:pt x="1333" y="914"/>
                  </a:cubicBezTo>
                  <a:cubicBezTo>
                    <a:pt x="1338" y="920"/>
                    <a:pt x="1343" y="925"/>
                    <a:pt x="1349" y="929"/>
                  </a:cubicBezTo>
                  <a:cubicBezTo>
                    <a:pt x="1351" y="937"/>
                    <a:pt x="1355" y="944"/>
                    <a:pt x="1360" y="951"/>
                  </a:cubicBezTo>
                  <a:cubicBezTo>
                    <a:pt x="1367" y="963"/>
                    <a:pt x="1379" y="975"/>
                    <a:pt x="1394" y="986"/>
                  </a:cubicBezTo>
                  <a:cubicBezTo>
                    <a:pt x="1436" y="1019"/>
                    <a:pt x="1494" y="1051"/>
                    <a:pt x="1549" y="1082"/>
                  </a:cubicBezTo>
                  <a:cubicBezTo>
                    <a:pt x="1666" y="1148"/>
                    <a:pt x="1695" y="1231"/>
                    <a:pt x="1700" y="1321"/>
                  </a:cubicBezTo>
                  <a:cubicBezTo>
                    <a:pt x="1701" y="1334"/>
                    <a:pt x="1694" y="1341"/>
                    <a:pt x="1681" y="1321"/>
                  </a:cubicBezTo>
                  <a:cubicBezTo>
                    <a:pt x="1677" y="1316"/>
                    <a:pt x="1673" y="1310"/>
                    <a:pt x="1670" y="1305"/>
                  </a:cubicBezTo>
                  <a:cubicBezTo>
                    <a:pt x="1643" y="1261"/>
                    <a:pt x="1610" y="1216"/>
                    <a:pt x="1572" y="1171"/>
                  </a:cubicBezTo>
                  <a:cubicBezTo>
                    <a:pt x="1542" y="1136"/>
                    <a:pt x="1512" y="1104"/>
                    <a:pt x="1481" y="1075"/>
                  </a:cubicBezTo>
                  <a:lnTo>
                    <a:pt x="1270" y="1253"/>
                  </a:lnTo>
                  <a:cubicBezTo>
                    <a:pt x="1293" y="1288"/>
                    <a:pt x="1320" y="1324"/>
                    <a:pt x="1350" y="1359"/>
                  </a:cubicBezTo>
                  <a:cubicBezTo>
                    <a:pt x="1476" y="1508"/>
                    <a:pt x="1615" y="1606"/>
                    <a:pt x="1696" y="1610"/>
                  </a:cubicBezTo>
                  <a:cubicBezTo>
                    <a:pt x="1739" y="1613"/>
                    <a:pt x="1770" y="1585"/>
                    <a:pt x="1783" y="1547"/>
                  </a:cubicBezTo>
                  <a:close/>
                  <a:moveTo>
                    <a:pt x="1069" y="618"/>
                  </a:moveTo>
                  <a:lnTo>
                    <a:pt x="835" y="486"/>
                  </a:lnTo>
                  <a:lnTo>
                    <a:pt x="823" y="496"/>
                  </a:lnTo>
                  <a:lnTo>
                    <a:pt x="953" y="651"/>
                  </a:lnTo>
                  <a:cubicBezTo>
                    <a:pt x="971" y="641"/>
                    <a:pt x="993" y="645"/>
                    <a:pt x="1007" y="661"/>
                  </a:cubicBezTo>
                  <a:cubicBezTo>
                    <a:pt x="1022" y="679"/>
                    <a:pt x="1020" y="706"/>
                    <a:pt x="1002" y="722"/>
                  </a:cubicBezTo>
                  <a:cubicBezTo>
                    <a:pt x="984" y="737"/>
                    <a:pt x="957" y="734"/>
                    <a:pt x="941" y="716"/>
                  </a:cubicBezTo>
                  <a:cubicBezTo>
                    <a:pt x="928" y="700"/>
                    <a:pt x="928" y="677"/>
                    <a:pt x="940" y="662"/>
                  </a:cubicBezTo>
                  <a:lnTo>
                    <a:pt x="810" y="507"/>
                  </a:lnTo>
                  <a:lnTo>
                    <a:pt x="797" y="518"/>
                  </a:lnTo>
                  <a:lnTo>
                    <a:pt x="889" y="770"/>
                  </a:lnTo>
                  <a:lnTo>
                    <a:pt x="974" y="828"/>
                  </a:lnTo>
                  <a:lnTo>
                    <a:pt x="1111" y="712"/>
                  </a:lnTo>
                  <a:lnTo>
                    <a:pt x="1069" y="618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1A3D0"/>
                </a:solidFill>
              </a:endParaRPr>
            </a:p>
          </p:txBody>
        </p:sp>
      </p:grpSp>
      <p:sp>
        <p:nvSpPr>
          <p:cNvPr id="26" name="矩形 25"/>
          <p:cNvSpPr/>
          <p:nvPr userDrawn="1"/>
        </p:nvSpPr>
        <p:spPr>
          <a:xfrm>
            <a:off x="1" y="3111689"/>
            <a:ext cx="368490" cy="1924335"/>
          </a:xfrm>
          <a:prstGeom prst="rect">
            <a:avLst/>
          </a:prstGeom>
          <a:solidFill>
            <a:srgbClr val="17406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+mn-cs"/>
            </a:endParaRPr>
          </a:p>
        </p:txBody>
      </p:sp>
      <p:grpSp>
        <p:nvGrpSpPr>
          <p:cNvPr id="36" name="组合 35"/>
          <p:cNvGrpSpPr/>
          <p:nvPr userDrawn="1"/>
        </p:nvGrpSpPr>
        <p:grpSpPr>
          <a:xfrm>
            <a:off x="287628" y="196812"/>
            <a:ext cx="3572314" cy="866846"/>
            <a:chOff x="583188" y="474517"/>
            <a:chExt cx="4358865" cy="1057708"/>
          </a:xfrm>
        </p:grpSpPr>
        <p:pic>
          <p:nvPicPr>
            <p:cNvPr id="31" name="图片 30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3188" y="474517"/>
              <a:ext cx="1029183" cy="1057708"/>
            </a:xfrm>
            <a:prstGeom prst="rect">
              <a:avLst/>
            </a:prstGeom>
          </p:spPr>
        </p:pic>
        <p:pic>
          <p:nvPicPr>
            <p:cNvPr id="33" name="图片 32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1055" y="480028"/>
              <a:ext cx="2920490" cy="761353"/>
            </a:xfrm>
            <a:prstGeom prst="rect">
              <a:avLst/>
            </a:prstGeom>
          </p:spPr>
        </p:pic>
        <p:sp>
          <p:nvSpPr>
            <p:cNvPr id="34" name="矩形 33"/>
            <p:cNvSpPr/>
            <p:nvPr userDrawn="1"/>
          </p:nvSpPr>
          <p:spPr>
            <a:xfrm>
              <a:off x="1700548" y="1241379"/>
              <a:ext cx="3241505" cy="2816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900" b="1" kern="100" spc="-80" baseline="0" dirty="0">
                  <a:solidFill>
                    <a:srgbClr val="36456E"/>
                  </a:solidFill>
                  <a:latin typeface="微软雅黑" panose="020B0503020204020204" charset="-122"/>
                  <a:ea typeface="微软雅黑" panose="020B0503020204020204" charset="-122"/>
                </a:rPr>
                <a:t>BEIJING UNIVERSITY OF CHEMICAL TECHNOLOGY</a:t>
              </a:r>
            </a:p>
          </p:txBody>
        </p:sp>
      </p:grpSp>
      <p:pic>
        <p:nvPicPr>
          <p:cNvPr id="39" name="图片 38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15"/>
          <a:stretch>
            <a:fillRect/>
          </a:stretch>
        </p:blipFill>
        <p:spPr>
          <a:xfrm>
            <a:off x="6972301" y="1725722"/>
            <a:ext cx="5219700" cy="354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337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00"/>
    </mc:Choice>
    <mc:Fallback xmlns="">
      <p:transition spd="slow" advTm="4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5B7C-9CA1-4257-8EBB-4A49DF31859F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C7477-D746-4D99-BFA2-807D366EBA98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9111947" y="351889"/>
            <a:ext cx="465708" cy="472063"/>
            <a:chOff x="4796805" y="-215900"/>
            <a:chExt cx="2093913" cy="2122488"/>
          </a:xfrm>
          <a:solidFill>
            <a:srgbClr val="0070C0"/>
          </a:solidFill>
        </p:grpSpPr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4796805" y="-215900"/>
              <a:ext cx="2093913" cy="2122488"/>
            </a:xfrm>
            <a:custGeom>
              <a:avLst/>
              <a:gdLst>
                <a:gd name="T0" fmla="*/ 1391 w 2783"/>
                <a:gd name="T1" fmla="*/ 0 h 2783"/>
                <a:gd name="T2" fmla="*/ 0 w 2783"/>
                <a:gd name="T3" fmla="*/ 1391 h 2783"/>
                <a:gd name="T4" fmla="*/ 1391 w 2783"/>
                <a:gd name="T5" fmla="*/ 2783 h 2783"/>
                <a:gd name="T6" fmla="*/ 2783 w 2783"/>
                <a:gd name="T7" fmla="*/ 1391 h 2783"/>
                <a:gd name="T8" fmla="*/ 1391 w 2783"/>
                <a:gd name="T9" fmla="*/ 0 h 2783"/>
                <a:gd name="T10" fmla="*/ 1391 w 2783"/>
                <a:gd name="T11" fmla="*/ 55 h 2783"/>
                <a:gd name="T12" fmla="*/ 55 w 2783"/>
                <a:gd name="T13" fmla="*/ 1391 h 2783"/>
                <a:gd name="T14" fmla="*/ 1391 w 2783"/>
                <a:gd name="T15" fmla="*/ 2728 h 2783"/>
                <a:gd name="T16" fmla="*/ 2728 w 2783"/>
                <a:gd name="T17" fmla="*/ 1391 h 2783"/>
                <a:gd name="T18" fmla="*/ 1391 w 2783"/>
                <a:gd name="T19" fmla="*/ 55 h 2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83" h="2783">
                  <a:moveTo>
                    <a:pt x="1391" y="0"/>
                  </a:moveTo>
                  <a:cubicBezTo>
                    <a:pt x="623" y="0"/>
                    <a:pt x="0" y="623"/>
                    <a:pt x="0" y="1391"/>
                  </a:cubicBezTo>
                  <a:cubicBezTo>
                    <a:pt x="0" y="2160"/>
                    <a:pt x="623" y="2783"/>
                    <a:pt x="1391" y="2783"/>
                  </a:cubicBezTo>
                  <a:cubicBezTo>
                    <a:pt x="2160" y="2783"/>
                    <a:pt x="2783" y="2160"/>
                    <a:pt x="2783" y="1391"/>
                  </a:cubicBezTo>
                  <a:cubicBezTo>
                    <a:pt x="2783" y="623"/>
                    <a:pt x="2160" y="0"/>
                    <a:pt x="1391" y="0"/>
                  </a:cubicBezTo>
                  <a:close/>
                  <a:moveTo>
                    <a:pt x="1391" y="55"/>
                  </a:moveTo>
                  <a:cubicBezTo>
                    <a:pt x="654" y="55"/>
                    <a:pt x="55" y="654"/>
                    <a:pt x="55" y="1391"/>
                  </a:cubicBezTo>
                  <a:cubicBezTo>
                    <a:pt x="55" y="2129"/>
                    <a:pt x="654" y="2728"/>
                    <a:pt x="1391" y="2728"/>
                  </a:cubicBezTo>
                  <a:cubicBezTo>
                    <a:pt x="2129" y="2728"/>
                    <a:pt x="2728" y="2129"/>
                    <a:pt x="2728" y="1391"/>
                  </a:cubicBezTo>
                  <a:cubicBezTo>
                    <a:pt x="2728" y="654"/>
                    <a:pt x="2129" y="55"/>
                    <a:pt x="1391" y="55"/>
                  </a:cubicBezTo>
                  <a:close/>
                </a:path>
              </a:pathLst>
            </a:custGeom>
            <a:grpFill/>
            <a:ln>
              <a:solidFill>
                <a:srgbClr val="002060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1A3D0"/>
                </a:solidFill>
              </a:endParaRPr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 bwMode="auto">
            <a:xfrm>
              <a:off x="5168280" y="0"/>
              <a:ext cx="1360488" cy="1641475"/>
            </a:xfrm>
            <a:custGeom>
              <a:avLst/>
              <a:gdLst>
                <a:gd name="T0" fmla="*/ 870 w 1809"/>
                <a:gd name="T1" fmla="*/ 879 h 2152"/>
                <a:gd name="T2" fmla="*/ 870 w 1809"/>
                <a:gd name="T3" fmla="*/ 2152 h 2152"/>
                <a:gd name="T4" fmla="*/ 1809 w 1809"/>
                <a:gd name="T5" fmla="*/ 1820 h 2152"/>
                <a:gd name="T6" fmla="*/ 1809 w 1809"/>
                <a:gd name="T7" fmla="*/ 547 h 2152"/>
                <a:gd name="T8" fmla="*/ 870 w 1809"/>
                <a:gd name="T9" fmla="*/ 879 h 2152"/>
                <a:gd name="T10" fmla="*/ 785 w 1809"/>
                <a:gd name="T11" fmla="*/ 961 h 2152"/>
                <a:gd name="T12" fmla="*/ 785 w 1809"/>
                <a:gd name="T13" fmla="*/ 1138 h 2152"/>
                <a:gd name="T14" fmla="*/ 613 w 1809"/>
                <a:gd name="T15" fmla="*/ 1053 h 2152"/>
                <a:gd name="T16" fmla="*/ 613 w 1809"/>
                <a:gd name="T17" fmla="*/ 864 h 2152"/>
                <a:gd name="T18" fmla="*/ 785 w 1809"/>
                <a:gd name="T19" fmla="*/ 961 h 2152"/>
                <a:gd name="T20" fmla="*/ 1555 w 1809"/>
                <a:gd name="T21" fmla="*/ 410 h 2152"/>
                <a:gd name="T22" fmla="*/ 1507 w 1809"/>
                <a:gd name="T23" fmla="*/ 386 h 2152"/>
                <a:gd name="T24" fmla="*/ 602 w 1809"/>
                <a:gd name="T25" fmla="*/ 700 h 2152"/>
                <a:gd name="T26" fmla="*/ 576 w 1809"/>
                <a:gd name="T27" fmla="*/ 724 h 2152"/>
                <a:gd name="T28" fmla="*/ 576 w 1809"/>
                <a:gd name="T29" fmla="*/ 2017 h 2152"/>
                <a:gd name="T30" fmla="*/ 822 w 1809"/>
                <a:gd name="T31" fmla="*/ 2149 h 2152"/>
                <a:gd name="T32" fmla="*/ 822 w 1809"/>
                <a:gd name="T33" fmla="*/ 879 h 2152"/>
                <a:gd name="T34" fmla="*/ 622 w 1809"/>
                <a:gd name="T35" fmla="*/ 772 h 2152"/>
                <a:gd name="T36" fmla="*/ 625 w 1809"/>
                <a:gd name="T37" fmla="*/ 772 h 2152"/>
                <a:gd name="T38" fmla="*/ 1531 w 1809"/>
                <a:gd name="T39" fmla="*/ 457 h 2152"/>
                <a:gd name="T40" fmla="*/ 1555 w 1809"/>
                <a:gd name="T41" fmla="*/ 410 h 2152"/>
                <a:gd name="T42" fmla="*/ 209 w 1809"/>
                <a:gd name="T43" fmla="*/ 581 h 2152"/>
                <a:gd name="T44" fmla="*/ 209 w 1809"/>
                <a:gd name="T45" fmla="*/ 758 h 2152"/>
                <a:gd name="T46" fmla="*/ 37 w 1809"/>
                <a:gd name="T47" fmla="*/ 673 h 2152"/>
                <a:gd name="T48" fmla="*/ 37 w 1809"/>
                <a:gd name="T49" fmla="*/ 484 h 2152"/>
                <a:gd name="T50" fmla="*/ 209 w 1809"/>
                <a:gd name="T51" fmla="*/ 581 h 2152"/>
                <a:gd name="T52" fmla="*/ 978 w 1809"/>
                <a:gd name="T53" fmla="*/ 30 h 2152"/>
                <a:gd name="T54" fmla="*/ 931 w 1809"/>
                <a:gd name="T55" fmla="*/ 6 h 2152"/>
                <a:gd name="T56" fmla="*/ 25 w 1809"/>
                <a:gd name="T57" fmla="*/ 321 h 2152"/>
                <a:gd name="T58" fmla="*/ 0 w 1809"/>
                <a:gd name="T59" fmla="*/ 344 h 2152"/>
                <a:gd name="T60" fmla="*/ 0 w 1809"/>
                <a:gd name="T61" fmla="*/ 1638 h 2152"/>
                <a:gd name="T62" fmla="*/ 246 w 1809"/>
                <a:gd name="T63" fmla="*/ 1770 h 2152"/>
                <a:gd name="T64" fmla="*/ 246 w 1809"/>
                <a:gd name="T65" fmla="*/ 500 h 2152"/>
                <a:gd name="T66" fmla="*/ 46 w 1809"/>
                <a:gd name="T67" fmla="*/ 393 h 2152"/>
                <a:gd name="T68" fmla="*/ 49 w 1809"/>
                <a:gd name="T69" fmla="*/ 392 h 2152"/>
                <a:gd name="T70" fmla="*/ 954 w 1809"/>
                <a:gd name="T71" fmla="*/ 77 h 2152"/>
                <a:gd name="T72" fmla="*/ 978 w 1809"/>
                <a:gd name="T73" fmla="*/ 30 h 2152"/>
                <a:gd name="T74" fmla="*/ 497 w 1809"/>
                <a:gd name="T75" fmla="*/ 781 h 2152"/>
                <a:gd name="T76" fmla="*/ 497 w 1809"/>
                <a:gd name="T77" fmla="*/ 958 h 2152"/>
                <a:gd name="T78" fmla="*/ 325 w 1809"/>
                <a:gd name="T79" fmla="*/ 873 h 2152"/>
                <a:gd name="T80" fmla="*/ 325 w 1809"/>
                <a:gd name="T81" fmla="*/ 684 h 2152"/>
                <a:gd name="T82" fmla="*/ 497 w 1809"/>
                <a:gd name="T83" fmla="*/ 781 h 2152"/>
                <a:gd name="T84" fmla="*/ 1266 w 1809"/>
                <a:gd name="T85" fmla="*/ 230 h 2152"/>
                <a:gd name="T86" fmla="*/ 1219 w 1809"/>
                <a:gd name="T87" fmla="*/ 206 h 2152"/>
                <a:gd name="T88" fmla="*/ 313 w 1809"/>
                <a:gd name="T89" fmla="*/ 520 h 2152"/>
                <a:gd name="T90" fmla="*/ 288 w 1809"/>
                <a:gd name="T91" fmla="*/ 544 h 2152"/>
                <a:gd name="T92" fmla="*/ 288 w 1809"/>
                <a:gd name="T93" fmla="*/ 1837 h 2152"/>
                <a:gd name="T94" fmla="*/ 534 w 1809"/>
                <a:gd name="T95" fmla="*/ 1969 h 2152"/>
                <a:gd name="T96" fmla="*/ 534 w 1809"/>
                <a:gd name="T97" fmla="*/ 699 h 2152"/>
                <a:gd name="T98" fmla="*/ 334 w 1809"/>
                <a:gd name="T99" fmla="*/ 592 h 2152"/>
                <a:gd name="T100" fmla="*/ 337 w 1809"/>
                <a:gd name="T101" fmla="*/ 592 h 2152"/>
                <a:gd name="T102" fmla="*/ 1243 w 1809"/>
                <a:gd name="T103" fmla="*/ 277 h 2152"/>
                <a:gd name="T104" fmla="*/ 1266 w 1809"/>
                <a:gd name="T105" fmla="*/ 230 h 2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809" h="2152">
                  <a:moveTo>
                    <a:pt x="870" y="879"/>
                  </a:moveTo>
                  <a:lnTo>
                    <a:pt x="870" y="2152"/>
                  </a:lnTo>
                  <a:lnTo>
                    <a:pt x="1809" y="1820"/>
                  </a:lnTo>
                  <a:lnTo>
                    <a:pt x="1809" y="547"/>
                  </a:lnTo>
                  <a:lnTo>
                    <a:pt x="870" y="879"/>
                  </a:lnTo>
                  <a:close/>
                  <a:moveTo>
                    <a:pt x="785" y="961"/>
                  </a:moveTo>
                  <a:lnTo>
                    <a:pt x="785" y="1138"/>
                  </a:lnTo>
                  <a:cubicBezTo>
                    <a:pt x="699" y="1121"/>
                    <a:pt x="613" y="1053"/>
                    <a:pt x="613" y="1053"/>
                  </a:cubicBezTo>
                  <a:lnTo>
                    <a:pt x="613" y="864"/>
                  </a:lnTo>
                  <a:cubicBezTo>
                    <a:pt x="719" y="950"/>
                    <a:pt x="785" y="961"/>
                    <a:pt x="785" y="961"/>
                  </a:cubicBezTo>
                  <a:close/>
                  <a:moveTo>
                    <a:pt x="1555" y="410"/>
                  </a:moveTo>
                  <a:cubicBezTo>
                    <a:pt x="1548" y="390"/>
                    <a:pt x="1527" y="379"/>
                    <a:pt x="1507" y="386"/>
                  </a:cubicBezTo>
                  <a:lnTo>
                    <a:pt x="602" y="700"/>
                  </a:lnTo>
                  <a:cubicBezTo>
                    <a:pt x="590" y="704"/>
                    <a:pt x="580" y="713"/>
                    <a:pt x="576" y="724"/>
                  </a:cubicBezTo>
                  <a:lnTo>
                    <a:pt x="576" y="2017"/>
                  </a:lnTo>
                  <a:cubicBezTo>
                    <a:pt x="608" y="2080"/>
                    <a:pt x="741" y="2149"/>
                    <a:pt x="822" y="2149"/>
                  </a:cubicBezTo>
                  <a:lnTo>
                    <a:pt x="822" y="879"/>
                  </a:lnTo>
                  <a:cubicBezTo>
                    <a:pt x="779" y="873"/>
                    <a:pt x="682" y="822"/>
                    <a:pt x="622" y="772"/>
                  </a:cubicBezTo>
                  <a:cubicBezTo>
                    <a:pt x="623" y="772"/>
                    <a:pt x="624" y="772"/>
                    <a:pt x="625" y="772"/>
                  </a:cubicBezTo>
                  <a:lnTo>
                    <a:pt x="1531" y="457"/>
                  </a:lnTo>
                  <a:cubicBezTo>
                    <a:pt x="1550" y="450"/>
                    <a:pt x="1561" y="429"/>
                    <a:pt x="1555" y="410"/>
                  </a:cubicBezTo>
                  <a:close/>
                  <a:moveTo>
                    <a:pt x="209" y="581"/>
                  </a:moveTo>
                  <a:lnTo>
                    <a:pt x="209" y="758"/>
                  </a:lnTo>
                  <a:cubicBezTo>
                    <a:pt x="123" y="742"/>
                    <a:pt x="37" y="673"/>
                    <a:pt x="37" y="673"/>
                  </a:cubicBezTo>
                  <a:lnTo>
                    <a:pt x="37" y="484"/>
                  </a:lnTo>
                  <a:cubicBezTo>
                    <a:pt x="143" y="570"/>
                    <a:pt x="209" y="581"/>
                    <a:pt x="209" y="581"/>
                  </a:cubicBezTo>
                  <a:close/>
                  <a:moveTo>
                    <a:pt x="978" y="30"/>
                  </a:moveTo>
                  <a:cubicBezTo>
                    <a:pt x="972" y="11"/>
                    <a:pt x="951" y="0"/>
                    <a:pt x="931" y="6"/>
                  </a:cubicBezTo>
                  <a:lnTo>
                    <a:pt x="25" y="321"/>
                  </a:lnTo>
                  <a:cubicBezTo>
                    <a:pt x="14" y="325"/>
                    <a:pt x="3" y="334"/>
                    <a:pt x="0" y="344"/>
                  </a:cubicBezTo>
                  <a:lnTo>
                    <a:pt x="0" y="1638"/>
                  </a:lnTo>
                  <a:cubicBezTo>
                    <a:pt x="32" y="1700"/>
                    <a:pt x="165" y="1770"/>
                    <a:pt x="246" y="1770"/>
                  </a:cubicBezTo>
                  <a:lnTo>
                    <a:pt x="246" y="500"/>
                  </a:lnTo>
                  <a:cubicBezTo>
                    <a:pt x="203" y="493"/>
                    <a:pt x="106" y="443"/>
                    <a:pt x="46" y="393"/>
                  </a:cubicBezTo>
                  <a:cubicBezTo>
                    <a:pt x="47" y="393"/>
                    <a:pt x="48" y="392"/>
                    <a:pt x="49" y="392"/>
                  </a:cubicBezTo>
                  <a:lnTo>
                    <a:pt x="954" y="77"/>
                  </a:lnTo>
                  <a:cubicBezTo>
                    <a:pt x="974" y="71"/>
                    <a:pt x="985" y="50"/>
                    <a:pt x="978" y="30"/>
                  </a:cubicBezTo>
                  <a:close/>
                  <a:moveTo>
                    <a:pt x="497" y="781"/>
                  </a:moveTo>
                  <a:lnTo>
                    <a:pt x="497" y="958"/>
                  </a:lnTo>
                  <a:cubicBezTo>
                    <a:pt x="411" y="941"/>
                    <a:pt x="325" y="873"/>
                    <a:pt x="325" y="873"/>
                  </a:cubicBezTo>
                  <a:lnTo>
                    <a:pt x="325" y="684"/>
                  </a:lnTo>
                  <a:cubicBezTo>
                    <a:pt x="431" y="770"/>
                    <a:pt x="497" y="781"/>
                    <a:pt x="497" y="781"/>
                  </a:cubicBezTo>
                  <a:close/>
                  <a:moveTo>
                    <a:pt x="1266" y="230"/>
                  </a:moveTo>
                  <a:cubicBezTo>
                    <a:pt x="1260" y="210"/>
                    <a:pt x="1239" y="199"/>
                    <a:pt x="1219" y="206"/>
                  </a:cubicBezTo>
                  <a:lnTo>
                    <a:pt x="313" y="520"/>
                  </a:lnTo>
                  <a:cubicBezTo>
                    <a:pt x="302" y="524"/>
                    <a:pt x="291" y="533"/>
                    <a:pt x="288" y="544"/>
                  </a:cubicBezTo>
                  <a:lnTo>
                    <a:pt x="288" y="1837"/>
                  </a:lnTo>
                  <a:cubicBezTo>
                    <a:pt x="320" y="1900"/>
                    <a:pt x="453" y="1969"/>
                    <a:pt x="534" y="1969"/>
                  </a:cubicBezTo>
                  <a:lnTo>
                    <a:pt x="534" y="699"/>
                  </a:lnTo>
                  <a:cubicBezTo>
                    <a:pt x="491" y="693"/>
                    <a:pt x="394" y="642"/>
                    <a:pt x="334" y="592"/>
                  </a:cubicBezTo>
                  <a:cubicBezTo>
                    <a:pt x="335" y="592"/>
                    <a:pt x="336" y="592"/>
                    <a:pt x="337" y="592"/>
                  </a:cubicBezTo>
                  <a:lnTo>
                    <a:pt x="1243" y="277"/>
                  </a:lnTo>
                  <a:cubicBezTo>
                    <a:pt x="1262" y="270"/>
                    <a:pt x="1273" y="249"/>
                    <a:pt x="1266" y="23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1A3D0"/>
                </a:solidFill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10310757" y="351889"/>
            <a:ext cx="465708" cy="472063"/>
            <a:chOff x="7717810" y="-375235"/>
            <a:chExt cx="2093913" cy="2122488"/>
          </a:xfrm>
          <a:solidFill>
            <a:srgbClr val="0070C0"/>
          </a:solidFill>
        </p:grpSpPr>
        <p:sp>
          <p:nvSpPr>
            <p:cNvPr id="11" name="Freeform 6"/>
            <p:cNvSpPr>
              <a:spLocks noEditPoints="1"/>
            </p:cNvSpPr>
            <p:nvPr/>
          </p:nvSpPr>
          <p:spPr bwMode="auto">
            <a:xfrm>
              <a:off x="7717810" y="-375235"/>
              <a:ext cx="2093913" cy="2122488"/>
            </a:xfrm>
            <a:custGeom>
              <a:avLst/>
              <a:gdLst>
                <a:gd name="T0" fmla="*/ 1391 w 2783"/>
                <a:gd name="T1" fmla="*/ 0 h 2783"/>
                <a:gd name="T2" fmla="*/ 0 w 2783"/>
                <a:gd name="T3" fmla="*/ 1391 h 2783"/>
                <a:gd name="T4" fmla="*/ 1391 w 2783"/>
                <a:gd name="T5" fmla="*/ 2783 h 2783"/>
                <a:gd name="T6" fmla="*/ 2783 w 2783"/>
                <a:gd name="T7" fmla="*/ 1391 h 2783"/>
                <a:gd name="T8" fmla="*/ 1391 w 2783"/>
                <a:gd name="T9" fmla="*/ 0 h 2783"/>
                <a:gd name="T10" fmla="*/ 1391 w 2783"/>
                <a:gd name="T11" fmla="*/ 55 h 2783"/>
                <a:gd name="T12" fmla="*/ 55 w 2783"/>
                <a:gd name="T13" fmla="*/ 1391 h 2783"/>
                <a:gd name="T14" fmla="*/ 1391 w 2783"/>
                <a:gd name="T15" fmla="*/ 2728 h 2783"/>
                <a:gd name="T16" fmla="*/ 2728 w 2783"/>
                <a:gd name="T17" fmla="*/ 1391 h 2783"/>
                <a:gd name="T18" fmla="*/ 1391 w 2783"/>
                <a:gd name="T19" fmla="*/ 55 h 2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83" h="2783">
                  <a:moveTo>
                    <a:pt x="1391" y="0"/>
                  </a:moveTo>
                  <a:cubicBezTo>
                    <a:pt x="623" y="0"/>
                    <a:pt x="0" y="623"/>
                    <a:pt x="0" y="1391"/>
                  </a:cubicBezTo>
                  <a:cubicBezTo>
                    <a:pt x="0" y="2160"/>
                    <a:pt x="623" y="2783"/>
                    <a:pt x="1391" y="2783"/>
                  </a:cubicBezTo>
                  <a:cubicBezTo>
                    <a:pt x="2160" y="2783"/>
                    <a:pt x="2783" y="2160"/>
                    <a:pt x="2783" y="1391"/>
                  </a:cubicBezTo>
                  <a:cubicBezTo>
                    <a:pt x="2783" y="623"/>
                    <a:pt x="2160" y="0"/>
                    <a:pt x="1391" y="0"/>
                  </a:cubicBezTo>
                  <a:close/>
                  <a:moveTo>
                    <a:pt x="1391" y="55"/>
                  </a:moveTo>
                  <a:cubicBezTo>
                    <a:pt x="654" y="55"/>
                    <a:pt x="55" y="654"/>
                    <a:pt x="55" y="1391"/>
                  </a:cubicBezTo>
                  <a:cubicBezTo>
                    <a:pt x="55" y="2129"/>
                    <a:pt x="654" y="2728"/>
                    <a:pt x="1391" y="2728"/>
                  </a:cubicBezTo>
                  <a:cubicBezTo>
                    <a:pt x="2129" y="2728"/>
                    <a:pt x="2728" y="2129"/>
                    <a:pt x="2728" y="1391"/>
                  </a:cubicBezTo>
                  <a:cubicBezTo>
                    <a:pt x="2728" y="654"/>
                    <a:pt x="2129" y="55"/>
                    <a:pt x="1391" y="55"/>
                  </a:cubicBezTo>
                  <a:close/>
                </a:path>
              </a:pathLst>
            </a:custGeom>
            <a:grpFill/>
            <a:ln>
              <a:solidFill>
                <a:srgbClr val="002060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DB6B9"/>
                </a:solidFill>
              </a:endParaRPr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 bwMode="auto">
            <a:xfrm>
              <a:off x="7873033" y="-212106"/>
              <a:ext cx="1796329" cy="1793077"/>
            </a:xfrm>
            <a:custGeom>
              <a:avLst/>
              <a:gdLst>
                <a:gd name="T0" fmla="*/ 439327 w 1145"/>
                <a:gd name="T1" fmla="*/ 326030 h 1145"/>
                <a:gd name="T2" fmla="*/ 326620 w 1145"/>
                <a:gd name="T3" fmla="*/ 438533 h 1145"/>
                <a:gd name="T4" fmla="*/ 439327 w 1145"/>
                <a:gd name="T5" fmla="*/ 551036 h 1145"/>
                <a:gd name="T6" fmla="*/ 552034 w 1145"/>
                <a:gd name="T7" fmla="*/ 438533 h 1145"/>
                <a:gd name="T8" fmla="*/ 439327 w 1145"/>
                <a:gd name="T9" fmla="*/ 326030 h 1145"/>
                <a:gd name="T10" fmla="*/ 485330 w 1145"/>
                <a:gd name="T11" fmla="*/ 652824 h 1145"/>
                <a:gd name="T12" fmla="*/ 485330 w 1145"/>
                <a:gd name="T13" fmla="*/ 601547 h 1145"/>
                <a:gd name="T14" fmla="*/ 393324 w 1145"/>
                <a:gd name="T15" fmla="*/ 601547 h 1145"/>
                <a:gd name="T16" fmla="*/ 393324 w 1145"/>
                <a:gd name="T17" fmla="*/ 652824 h 1145"/>
                <a:gd name="T18" fmla="*/ 224647 w 1145"/>
                <a:gd name="T19" fmla="*/ 484452 h 1145"/>
                <a:gd name="T20" fmla="*/ 275250 w 1145"/>
                <a:gd name="T21" fmla="*/ 484452 h 1145"/>
                <a:gd name="T22" fmla="*/ 275250 w 1145"/>
                <a:gd name="T23" fmla="*/ 392613 h 1145"/>
                <a:gd name="T24" fmla="*/ 224647 w 1145"/>
                <a:gd name="T25" fmla="*/ 392613 h 1145"/>
                <a:gd name="T26" fmla="*/ 393324 w 1145"/>
                <a:gd name="T27" fmla="*/ 224241 h 1145"/>
                <a:gd name="T28" fmla="*/ 393324 w 1145"/>
                <a:gd name="T29" fmla="*/ 274753 h 1145"/>
                <a:gd name="T30" fmla="*/ 485330 w 1145"/>
                <a:gd name="T31" fmla="*/ 274753 h 1145"/>
                <a:gd name="T32" fmla="*/ 485330 w 1145"/>
                <a:gd name="T33" fmla="*/ 224241 h 1145"/>
                <a:gd name="T34" fmla="*/ 654007 w 1145"/>
                <a:gd name="T35" fmla="*/ 392613 h 1145"/>
                <a:gd name="T36" fmla="*/ 603404 w 1145"/>
                <a:gd name="T37" fmla="*/ 392613 h 1145"/>
                <a:gd name="T38" fmla="*/ 603404 w 1145"/>
                <a:gd name="T39" fmla="*/ 484452 h 1145"/>
                <a:gd name="T40" fmla="*/ 654007 w 1145"/>
                <a:gd name="T41" fmla="*/ 484452 h 1145"/>
                <a:gd name="T42" fmla="*/ 485330 w 1145"/>
                <a:gd name="T43" fmla="*/ 652824 h 1145"/>
                <a:gd name="T44" fmla="*/ 747546 w 1145"/>
                <a:gd name="T45" fmla="*/ 392613 h 1145"/>
                <a:gd name="T46" fmla="*/ 485330 w 1145"/>
                <a:gd name="T47" fmla="*/ 130871 h 1145"/>
                <a:gd name="T48" fmla="*/ 485330 w 1145"/>
                <a:gd name="T49" fmla="*/ 0 h 1145"/>
                <a:gd name="T50" fmla="*/ 393324 w 1145"/>
                <a:gd name="T51" fmla="*/ 0 h 1145"/>
                <a:gd name="T52" fmla="*/ 393324 w 1145"/>
                <a:gd name="T53" fmla="*/ 130871 h 1145"/>
                <a:gd name="T54" fmla="*/ 131108 w 1145"/>
                <a:gd name="T55" fmla="*/ 392613 h 1145"/>
                <a:gd name="T56" fmla="*/ 0 w 1145"/>
                <a:gd name="T57" fmla="*/ 392613 h 1145"/>
                <a:gd name="T58" fmla="*/ 0 w 1145"/>
                <a:gd name="T59" fmla="*/ 484452 h 1145"/>
                <a:gd name="T60" fmla="*/ 131108 w 1145"/>
                <a:gd name="T61" fmla="*/ 484452 h 1145"/>
                <a:gd name="T62" fmla="*/ 393324 w 1145"/>
                <a:gd name="T63" fmla="*/ 746194 h 1145"/>
                <a:gd name="T64" fmla="*/ 393324 w 1145"/>
                <a:gd name="T65" fmla="*/ 876300 h 1145"/>
                <a:gd name="T66" fmla="*/ 485330 w 1145"/>
                <a:gd name="T67" fmla="*/ 876300 h 1145"/>
                <a:gd name="T68" fmla="*/ 485330 w 1145"/>
                <a:gd name="T69" fmla="*/ 746194 h 1145"/>
                <a:gd name="T70" fmla="*/ 747546 w 1145"/>
                <a:gd name="T71" fmla="*/ 484452 h 1145"/>
                <a:gd name="T72" fmla="*/ 877887 w 1145"/>
                <a:gd name="T73" fmla="*/ 484452 h 1145"/>
                <a:gd name="T74" fmla="*/ 877887 w 1145"/>
                <a:gd name="T75" fmla="*/ 392613 h 1145"/>
                <a:gd name="T76" fmla="*/ 747546 w 1145"/>
                <a:gd name="T77" fmla="*/ 392613 h 1145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1145" h="1145">
                  <a:moveTo>
                    <a:pt x="573" y="426"/>
                  </a:moveTo>
                  <a:cubicBezTo>
                    <a:pt x="492" y="426"/>
                    <a:pt x="426" y="492"/>
                    <a:pt x="426" y="573"/>
                  </a:cubicBezTo>
                  <a:cubicBezTo>
                    <a:pt x="426" y="654"/>
                    <a:pt x="492" y="720"/>
                    <a:pt x="573" y="720"/>
                  </a:cubicBezTo>
                  <a:cubicBezTo>
                    <a:pt x="654" y="720"/>
                    <a:pt x="720" y="654"/>
                    <a:pt x="720" y="573"/>
                  </a:cubicBezTo>
                  <a:cubicBezTo>
                    <a:pt x="720" y="492"/>
                    <a:pt x="654" y="426"/>
                    <a:pt x="573" y="426"/>
                  </a:cubicBezTo>
                  <a:close/>
                  <a:moveTo>
                    <a:pt x="633" y="853"/>
                  </a:moveTo>
                  <a:lnTo>
                    <a:pt x="633" y="786"/>
                  </a:lnTo>
                  <a:lnTo>
                    <a:pt x="513" y="786"/>
                  </a:lnTo>
                  <a:lnTo>
                    <a:pt x="513" y="853"/>
                  </a:lnTo>
                  <a:cubicBezTo>
                    <a:pt x="403" y="829"/>
                    <a:pt x="316" y="743"/>
                    <a:pt x="293" y="633"/>
                  </a:cubicBezTo>
                  <a:lnTo>
                    <a:pt x="359" y="633"/>
                  </a:lnTo>
                  <a:lnTo>
                    <a:pt x="359" y="513"/>
                  </a:lnTo>
                  <a:lnTo>
                    <a:pt x="293" y="513"/>
                  </a:lnTo>
                  <a:cubicBezTo>
                    <a:pt x="316" y="403"/>
                    <a:pt x="403" y="316"/>
                    <a:pt x="513" y="293"/>
                  </a:cubicBezTo>
                  <a:lnTo>
                    <a:pt x="513" y="359"/>
                  </a:lnTo>
                  <a:lnTo>
                    <a:pt x="633" y="359"/>
                  </a:lnTo>
                  <a:lnTo>
                    <a:pt x="633" y="293"/>
                  </a:lnTo>
                  <a:cubicBezTo>
                    <a:pt x="743" y="316"/>
                    <a:pt x="830" y="403"/>
                    <a:pt x="853" y="513"/>
                  </a:cubicBezTo>
                  <a:lnTo>
                    <a:pt x="787" y="513"/>
                  </a:lnTo>
                  <a:lnTo>
                    <a:pt x="787" y="633"/>
                  </a:lnTo>
                  <a:lnTo>
                    <a:pt x="853" y="633"/>
                  </a:lnTo>
                  <a:cubicBezTo>
                    <a:pt x="830" y="743"/>
                    <a:pt x="743" y="829"/>
                    <a:pt x="633" y="853"/>
                  </a:cubicBezTo>
                  <a:close/>
                  <a:moveTo>
                    <a:pt x="975" y="513"/>
                  </a:moveTo>
                  <a:cubicBezTo>
                    <a:pt x="949" y="337"/>
                    <a:pt x="809" y="197"/>
                    <a:pt x="633" y="171"/>
                  </a:cubicBezTo>
                  <a:lnTo>
                    <a:pt x="633" y="0"/>
                  </a:lnTo>
                  <a:lnTo>
                    <a:pt x="513" y="0"/>
                  </a:lnTo>
                  <a:lnTo>
                    <a:pt x="513" y="171"/>
                  </a:lnTo>
                  <a:cubicBezTo>
                    <a:pt x="337" y="197"/>
                    <a:pt x="197" y="337"/>
                    <a:pt x="171" y="513"/>
                  </a:cubicBezTo>
                  <a:lnTo>
                    <a:pt x="0" y="513"/>
                  </a:lnTo>
                  <a:lnTo>
                    <a:pt x="0" y="633"/>
                  </a:lnTo>
                  <a:lnTo>
                    <a:pt x="171" y="633"/>
                  </a:lnTo>
                  <a:cubicBezTo>
                    <a:pt x="197" y="809"/>
                    <a:pt x="337" y="949"/>
                    <a:pt x="513" y="975"/>
                  </a:cubicBezTo>
                  <a:lnTo>
                    <a:pt x="513" y="1145"/>
                  </a:lnTo>
                  <a:lnTo>
                    <a:pt x="633" y="1145"/>
                  </a:lnTo>
                  <a:lnTo>
                    <a:pt x="633" y="975"/>
                  </a:lnTo>
                  <a:cubicBezTo>
                    <a:pt x="809" y="949"/>
                    <a:pt x="949" y="809"/>
                    <a:pt x="975" y="633"/>
                  </a:cubicBezTo>
                  <a:lnTo>
                    <a:pt x="1145" y="633"/>
                  </a:lnTo>
                  <a:lnTo>
                    <a:pt x="1145" y="513"/>
                  </a:lnTo>
                  <a:lnTo>
                    <a:pt x="975" y="513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rgbClr val="21A3D0"/>
                </a:solidFill>
              </a:endParaRPr>
            </a:p>
          </p:txBody>
        </p:sp>
      </p:grpSp>
      <p:grpSp>
        <p:nvGrpSpPr>
          <p:cNvPr id="13" name="组合 12"/>
          <p:cNvGrpSpPr/>
          <p:nvPr userDrawn="1"/>
        </p:nvGrpSpPr>
        <p:grpSpPr>
          <a:xfrm>
            <a:off x="9711352" y="351889"/>
            <a:ext cx="465708" cy="472063"/>
            <a:chOff x="10019977" y="-551766"/>
            <a:chExt cx="2093913" cy="2122488"/>
          </a:xfrm>
          <a:solidFill>
            <a:srgbClr val="0070C0"/>
          </a:solidFill>
        </p:grpSpPr>
        <p:sp>
          <p:nvSpPr>
            <p:cNvPr id="14" name="Freeform 6"/>
            <p:cNvSpPr>
              <a:spLocks noEditPoints="1"/>
            </p:cNvSpPr>
            <p:nvPr/>
          </p:nvSpPr>
          <p:spPr bwMode="auto">
            <a:xfrm>
              <a:off x="10019977" y="-551766"/>
              <a:ext cx="2093913" cy="2122488"/>
            </a:xfrm>
            <a:custGeom>
              <a:avLst/>
              <a:gdLst>
                <a:gd name="T0" fmla="*/ 1391 w 2783"/>
                <a:gd name="T1" fmla="*/ 0 h 2783"/>
                <a:gd name="T2" fmla="*/ 0 w 2783"/>
                <a:gd name="T3" fmla="*/ 1391 h 2783"/>
                <a:gd name="T4" fmla="*/ 1391 w 2783"/>
                <a:gd name="T5" fmla="*/ 2783 h 2783"/>
                <a:gd name="T6" fmla="*/ 2783 w 2783"/>
                <a:gd name="T7" fmla="*/ 1391 h 2783"/>
                <a:gd name="T8" fmla="*/ 1391 w 2783"/>
                <a:gd name="T9" fmla="*/ 0 h 2783"/>
                <a:gd name="T10" fmla="*/ 1391 w 2783"/>
                <a:gd name="T11" fmla="*/ 55 h 2783"/>
                <a:gd name="T12" fmla="*/ 55 w 2783"/>
                <a:gd name="T13" fmla="*/ 1391 h 2783"/>
                <a:gd name="T14" fmla="*/ 1391 w 2783"/>
                <a:gd name="T15" fmla="*/ 2728 h 2783"/>
                <a:gd name="T16" fmla="*/ 2728 w 2783"/>
                <a:gd name="T17" fmla="*/ 1391 h 2783"/>
                <a:gd name="T18" fmla="*/ 1391 w 2783"/>
                <a:gd name="T19" fmla="*/ 55 h 2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83" h="2783">
                  <a:moveTo>
                    <a:pt x="1391" y="0"/>
                  </a:moveTo>
                  <a:cubicBezTo>
                    <a:pt x="623" y="0"/>
                    <a:pt x="0" y="623"/>
                    <a:pt x="0" y="1391"/>
                  </a:cubicBezTo>
                  <a:cubicBezTo>
                    <a:pt x="0" y="2160"/>
                    <a:pt x="623" y="2783"/>
                    <a:pt x="1391" y="2783"/>
                  </a:cubicBezTo>
                  <a:cubicBezTo>
                    <a:pt x="2160" y="2783"/>
                    <a:pt x="2783" y="2160"/>
                    <a:pt x="2783" y="1391"/>
                  </a:cubicBezTo>
                  <a:cubicBezTo>
                    <a:pt x="2783" y="623"/>
                    <a:pt x="2160" y="0"/>
                    <a:pt x="1391" y="0"/>
                  </a:cubicBezTo>
                  <a:close/>
                  <a:moveTo>
                    <a:pt x="1391" y="55"/>
                  </a:moveTo>
                  <a:cubicBezTo>
                    <a:pt x="654" y="55"/>
                    <a:pt x="55" y="654"/>
                    <a:pt x="55" y="1391"/>
                  </a:cubicBezTo>
                  <a:cubicBezTo>
                    <a:pt x="55" y="2129"/>
                    <a:pt x="654" y="2728"/>
                    <a:pt x="1391" y="2728"/>
                  </a:cubicBezTo>
                  <a:cubicBezTo>
                    <a:pt x="2129" y="2728"/>
                    <a:pt x="2728" y="2129"/>
                    <a:pt x="2728" y="1391"/>
                  </a:cubicBezTo>
                  <a:cubicBezTo>
                    <a:pt x="2728" y="654"/>
                    <a:pt x="2129" y="55"/>
                    <a:pt x="1391" y="55"/>
                  </a:cubicBezTo>
                  <a:close/>
                </a:path>
              </a:pathLst>
            </a:custGeom>
            <a:grpFill/>
            <a:ln>
              <a:solidFill>
                <a:srgbClr val="002060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DB6B9"/>
                </a:solidFill>
              </a:endParaRPr>
            </a:p>
          </p:txBody>
        </p:sp>
        <p:sp>
          <p:nvSpPr>
            <p:cNvPr id="15" name="Freeform 6"/>
            <p:cNvSpPr>
              <a:spLocks noEditPoints="1"/>
            </p:cNvSpPr>
            <p:nvPr/>
          </p:nvSpPr>
          <p:spPr bwMode="auto">
            <a:xfrm>
              <a:off x="10357957" y="-215900"/>
              <a:ext cx="1417952" cy="1401540"/>
            </a:xfrm>
            <a:custGeom>
              <a:avLst/>
              <a:gdLst>
                <a:gd name="T0" fmla="*/ 675 w 1848"/>
                <a:gd name="T1" fmla="*/ 126 h 1848"/>
                <a:gd name="T2" fmla="*/ 286 w 1848"/>
                <a:gd name="T3" fmla="*/ 287 h 1848"/>
                <a:gd name="T4" fmla="*/ 126 w 1848"/>
                <a:gd name="T5" fmla="*/ 675 h 1848"/>
                <a:gd name="T6" fmla="*/ 286 w 1848"/>
                <a:gd name="T7" fmla="*/ 1064 h 1848"/>
                <a:gd name="T8" fmla="*/ 675 w 1848"/>
                <a:gd name="T9" fmla="*/ 1225 h 1848"/>
                <a:gd name="T10" fmla="*/ 1063 w 1848"/>
                <a:gd name="T11" fmla="*/ 1064 h 1848"/>
                <a:gd name="T12" fmla="*/ 1063 w 1848"/>
                <a:gd name="T13" fmla="*/ 287 h 1848"/>
                <a:gd name="T14" fmla="*/ 675 w 1848"/>
                <a:gd name="T15" fmla="*/ 126 h 1848"/>
                <a:gd name="T16" fmla="*/ 675 w 1848"/>
                <a:gd name="T17" fmla="*/ 1350 h 1848"/>
                <a:gd name="T18" fmla="*/ 198 w 1848"/>
                <a:gd name="T19" fmla="*/ 1153 h 1848"/>
                <a:gd name="T20" fmla="*/ 0 w 1848"/>
                <a:gd name="T21" fmla="*/ 675 h 1848"/>
                <a:gd name="T22" fmla="*/ 198 w 1848"/>
                <a:gd name="T23" fmla="*/ 198 h 1848"/>
                <a:gd name="T24" fmla="*/ 675 w 1848"/>
                <a:gd name="T25" fmla="*/ 0 h 1848"/>
                <a:gd name="T26" fmla="*/ 1152 w 1848"/>
                <a:gd name="T27" fmla="*/ 198 h 1848"/>
                <a:gd name="T28" fmla="*/ 1152 w 1848"/>
                <a:gd name="T29" fmla="*/ 1153 h 1848"/>
                <a:gd name="T30" fmla="*/ 675 w 1848"/>
                <a:gd name="T31" fmla="*/ 1350 h 1848"/>
                <a:gd name="T32" fmla="*/ 1261 w 1848"/>
                <a:gd name="T33" fmla="*/ 1068 h 1848"/>
                <a:gd name="T34" fmla="*/ 1261 w 1848"/>
                <a:gd name="T35" fmla="*/ 1153 h 1848"/>
                <a:gd name="T36" fmla="*/ 1153 w 1848"/>
                <a:gd name="T37" fmla="*/ 1261 h 1848"/>
                <a:gd name="T38" fmla="*/ 1067 w 1848"/>
                <a:gd name="T39" fmla="*/ 1261 h 1848"/>
                <a:gd name="T40" fmla="*/ 1063 w 1848"/>
                <a:gd name="T41" fmla="*/ 1257 h 1848"/>
                <a:gd name="T42" fmla="*/ 1063 w 1848"/>
                <a:gd name="T43" fmla="*/ 1172 h 1848"/>
                <a:gd name="T44" fmla="*/ 1171 w 1848"/>
                <a:gd name="T45" fmla="*/ 1064 h 1848"/>
                <a:gd name="T46" fmla="*/ 1257 w 1848"/>
                <a:gd name="T47" fmla="*/ 1064 h 1848"/>
                <a:gd name="T48" fmla="*/ 1261 w 1848"/>
                <a:gd name="T49" fmla="*/ 1068 h 1848"/>
                <a:gd name="T50" fmla="*/ 1401 w 1848"/>
                <a:gd name="T51" fmla="*/ 1250 h 1848"/>
                <a:gd name="T52" fmla="*/ 1401 w 1848"/>
                <a:gd name="T53" fmla="*/ 1401 h 1848"/>
                <a:gd name="T54" fmla="*/ 1250 w 1848"/>
                <a:gd name="T55" fmla="*/ 1401 h 1848"/>
                <a:gd name="T56" fmla="*/ 1250 w 1848"/>
                <a:gd name="T57" fmla="*/ 1250 h 1848"/>
                <a:gd name="T58" fmla="*/ 1401 w 1848"/>
                <a:gd name="T59" fmla="*/ 1250 h 1848"/>
                <a:gd name="T60" fmla="*/ 1827 w 1848"/>
                <a:gd name="T61" fmla="*/ 1655 h 1848"/>
                <a:gd name="T62" fmla="*/ 1823 w 1848"/>
                <a:gd name="T63" fmla="*/ 1736 h 1848"/>
                <a:gd name="T64" fmla="*/ 1736 w 1848"/>
                <a:gd name="T65" fmla="*/ 1823 h 1848"/>
                <a:gd name="T66" fmla="*/ 1654 w 1848"/>
                <a:gd name="T67" fmla="*/ 1827 h 1848"/>
                <a:gd name="T68" fmla="*/ 1396 w 1848"/>
                <a:gd name="T69" fmla="*/ 1569 h 1848"/>
                <a:gd name="T70" fmla="*/ 1400 w 1848"/>
                <a:gd name="T71" fmla="*/ 1487 h 1848"/>
                <a:gd name="T72" fmla="*/ 1487 w 1848"/>
                <a:gd name="T73" fmla="*/ 1400 h 1848"/>
                <a:gd name="T74" fmla="*/ 1568 w 1848"/>
                <a:gd name="T75" fmla="*/ 1396 h 1848"/>
                <a:gd name="T76" fmla="*/ 1827 w 1848"/>
                <a:gd name="T77" fmla="*/ 1655 h 1848"/>
                <a:gd name="T78" fmla="*/ 675 w 1848"/>
                <a:gd name="T79" fmla="*/ 270 h 1848"/>
                <a:gd name="T80" fmla="*/ 389 w 1848"/>
                <a:gd name="T81" fmla="*/ 389 h 1848"/>
                <a:gd name="T82" fmla="*/ 270 w 1848"/>
                <a:gd name="T83" fmla="*/ 675 h 1848"/>
                <a:gd name="T84" fmla="*/ 389 w 1848"/>
                <a:gd name="T85" fmla="*/ 962 h 1848"/>
                <a:gd name="T86" fmla="*/ 675 w 1848"/>
                <a:gd name="T87" fmla="*/ 1080 h 1848"/>
                <a:gd name="T88" fmla="*/ 961 w 1848"/>
                <a:gd name="T89" fmla="*/ 962 h 1848"/>
                <a:gd name="T90" fmla="*/ 961 w 1848"/>
                <a:gd name="T91" fmla="*/ 389 h 1848"/>
                <a:gd name="T92" fmla="*/ 675 w 1848"/>
                <a:gd name="T93" fmla="*/ 270 h 1848"/>
                <a:gd name="T94" fmla="*/ 675 w 1848"/>
                <a:gd name="T95" fmla="*/ 1164 h 1848"/>
                <a:gd name="T96" fmla="*/ 329 w 1848"/>
                <a:gd name="T97" fmla="*/ 1021 h 1848"/>
                <a:gd name="T98" fmla="*/ 186 w 1848"/>
                <a:gd name="T99" fmla="*/ 675 h 1848"/>
                <a:gd name="T100" fmla="*/ 329 w 1848"/>
                <a:gd name="T101" fmla="*/ 330 h 1848"/>
                <a:gd name="T102" fmla="*/ 675 w 1848"/>
                <a:gd name="T103" fmla="*/ 187 h 1848"/>
                <a:gd name="T104" fmla="*/ 1021 w 1848"/>
                <a:gd name="T105" fmla="*/ 330 h 1848"/>
                <a:gd name="T106" fmla="*/ 1021 w 1848"/>
                <a:gd name="T107" fmla="*/ 1021 h 1848"/>
                <a:gd name="T108" fmla="*/ 675 w 1848"/>
                <a:gd name="T109" fmla="*/ 1164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848" h="1848">
                  <a:moveTo>
                    <a:pt x="675" y="126"/>
                  </a:moveTo>
                  <a:cubicBezTo>
                    <a:pt x="528" y="126"/>
                    <a:pt x="390" y="183"/>
                    <a:pt x="286" y="287"/>
                  </a:cubicBezTo>
                  <a:cubicBezTo>
                    <a:pt x="183" y="391"/>
                    <a:pt x="126" y="529"/>
                    <a:pt x="126" y="675"/>
                  </a:cubicBezTo>
                  <a:cubicBezTo>
                    <a:pt x="126" y="822"/>
                    <a:pt x="183" y="960"/>
                    <a:pt x="286" y="1064"/>
                  </a:cubicBezTo>
                  <a:cubicBezTo>
                    <a:pt x="390" y="1168"/>
                    <a:pt x="528" y="1225"/>
                    <a:pt x="675" y="1225"/>
                  </a:cubicBezTo>
                  <a:cubicBezTo>
                    <a:pt x="822" y="1225"/>
                    <a:pt x="960" y="1168"/>
                    <a:pt x="1063" y="1064"/>
                  </a:cubicBezTo>
                  <a:cubicBezTo>
                    <a:pt x="1278" y="850"/>
                    <a:pt x="1278" y="501"/>
                    <a:pt x="1063" y="287"/>
                  </a:cubicBezTo>
                  <a:cubicBezTo>
                    <a:pt x="960" y="183"/>
                    <a:pt x="822" y="126"/>
                    <a:pt x="675" y="126"/>
                  </a:cubicBezTo>
                  <a:close/>
                  <a:moveTo>
                    <a:pt x="675" y="1350"/>
                  </a:moveTo>
                  <a:cubicBezTo>
                    <a:pt x="495" y="1350"/>
                    <a:pt x="325" y="1280"/>
                    <a:pt x="198" y="1153"/>
                  </a:cubicBezTo>
                  <a:cubicBezTo>
                    <a:pt x="70" y="1025"/>
                    <a:pt x="0" y="856"/>
                    <a:pt x="0" y="675"/>
                  </a:cubicBezTo>
                  <a:cubicBezTo>
                    <a:pt x="0" y="495"/>
                    <a:pt x="70" y="326"/>
                    <a:pt x="198" y="198"/>
                  </a:cubicBezTo>
                  <a:cubicBezTo>
                    <a:pt x="325" y="71"/>
                    <a:pt x="495" y="0"/>
                    <a:pt x="675" y="0"/>
                  </a:cubicBezTo>
                  <a:cubicBezTo>
                    <a:pt x="855" y="0"/>
                    <a:pt x="1025" y="71"/>
                    <a:pt x="1152" y="198"/>
                  </a:cubicBezTo>
                  <a:cubicBezTo>
                    <a:pt x="1415" y="461"/>
                    <a:pt x="1415" y="889"/>
                    <a:pt x="1152" y="1153"/>
                  </a:cubicBezTo>
                  <a:cubicBezTo>
                    <a:pt x="1025" y="1280"/>
                    <a:pt x="855" y="1350"/>
                    <a:pt x="675" y="1350"/>
                  </a:cubicBezTo>
                  <a:close/>
                  <a:moveTo>
                    <a:pt x="1261" y="1068"/>
                  </a:moveTo>
                  <a:cubicBezTo>
                    <a:pt x="1284" y="1091"/>
                    <a:pt x="1284" y="1130"/>
                    <a:pt x="1261" y="1153"/>
                  </a:cubicBezTo>
                  <a:lnTo>
                    <a:pt x="1153" y="1261"/>
                  </a:lnTo>
                  <a:cubicBezTo>
                    <a:pt x="1129" y="1285"/>
                    <a:pt x="1091" y="1285"/>
                    <a:pt x="1067" y="1261"/>
                  </a:cubicBezTo>
                  <a:lnTo>
                    <a:pt x="1063" y="1257"/>
                  </a:lnTo>
                  <a:cubicBezTo>
                    <a:pt x="1040" y="1234"/>
                    <a:pt x="1040" y="1195"/>
                    <a:pt x="1063" y="1172"/>
                  </a:cubicBezTo>
                  <a:lnTo>
                    <a:pt x="1171" y="1064"/>
                  </a:lnTo>
                  <a:cubicBezTo>
                    <a:pt x="1195" y="1040"/>
                    <a:pt x="1233" y="1040"/>
                    <a:pt x="1257" y="1064"/>
                  </a:cubicBezTo>
                  <a:lnTo>
                    <a:pt x="1261" y="1068"/>
                  </a:lnTo>
                  <a:close/>
                  <a:moveTo>
                    <a:pt x="1401" y="1250"/>
                  </a:moveTo>
                  <a:cubicBezTo>
                    <a:pt x="1442" y="1292"/>
                    <a:pt x="1442" y="1359"/>
                    <a:pt x="1401" y="1401"/>
                  </a:cubicBezTo>
                  <a:cubicBezTo>
                    <a:pt x="1359" y="1443"/>
                    <a:pt x="1291" y="1443"/>
                    <a:pt x="1250" y="1401"/>
                  </a:cubicBezTo>
                  <a:cubicBezTo>
                    <a:pt x="1208" y="1359"/>
                    <a:pt x="1208" y="1292"/>
                    <a:pt x="1250" y="1250"/>
                  </a:cubicBezTo>
                  <a:cubicBezTo>
                    <a:pt x="1291" y="1208"/>
                    <a:pt x="1359" y="1208"/>
                    <a:pt x="1401" y="1250"/>
                  </a:cubicBezTo>
                  <a:close/>
                  <a:moveTo>
                    <a:pt x="1827" y="1655"/>
                  </a:moveTo>
                  <a:cubicBezTo>
                    <a:pt x="1848" y="1676"/>
                    <a:pt x="1846" y="1713"/>
                    <a:pt x="1823" y="1736"/>
                  </a:cubicBezTo>
                  <a:lnTo>
                    <a:pt x="1736" y="1823"/>
                  </a:lnTo>
                  <a:cubicBezTo>
                    <a:pt x="1713" y="1847"/>
                    <a:pt x="1676" y="1848"/>
                    <a:pt x="1654" y="1827"/>
                  </a:cubicBezTo>
                  <a:lnTo>
                    <a:pt x="1396" y="1569"/>
                  </a:lnTo>
                  <a:cubicBezTo>
                    <a:pt x="1375" y="1547"/>
                    <a:pt x="1376" y="1511"/>
                    <a:pt x="1400" y="1487"/>
                  </a:cubicBezTo>
                  <a:lnTo>
                    <a:pt x="1487" y="1400"/>
                  </a:lnTo>
                  <a:cubicBezTo>
                    <a:pt x="1510" y="1377"/>
                    <a:pt x="1547" y="1375"/>
                    <a:pt x="1568" y="1396"/>
                  </a:cubicBezTo>
                  <a:lnTo>
                    <a:pt x="1827" y="1655"/>
                  </a:lnTo>
                  <a:close/>
                  <a:moveTo>
                    <a:pt x="675" y="270"/>
                  </a:moveTo>
                  <a:cubicBezTo>
                    <a:pt x="567" y="270"/>
                    <a:pt x="465" y="312"/>
                    <a:pt x="389" y="389"/>
                  </a:cubicBezTo>
                  <a:cubicBezTo>
                    <a:pt x="312" y="465"/>
                    <a:pt x="270" y="567"/>
                    <a:pt x="270" y="675"/>
                  </a:cubicBezTo>
                  <a:cubicBezTo>
                    <a:pt x="270" y="783"/>
                    <a:pt x="312" y="885"/>
                    <a:pt x="389" y="962"/>
                  </a:cubicBezTo>
                  <a:cubicBezTo>
                    <a:pt x="465" y="1038"/>
                    <a:pt x="567" y="1080"/>
                    <a:pt x="675" y="1080"/>
                  </a:cubicBezTo>
                  <a:cubicBezTo>
                    <a:pt x="783" y="1080"/>
                    <a:pt x="885" y="1038"/>
                    <a:pt x="961" y="962"/>
                  </a:cubicBezTo>
                  <a:cubicBezTo>
                    <a:pt x="1119" y="804"/>
                    <a:pt x="1119" y="547"/>
                    <a:pt x="961" y="389"/>
                  </a:cubicBezTo>
                  <a:cubicBezTo>
                    <a:pt x="885" y="312"/>
                    <a:pt x="783" y="270"/>
                    <a:pt x="675" y="270"/>
                  </a:cubicBezTo>
                  <a:close/>
                  <a:moveTo>
                    <a:pt x="675" y="1164"/>
                  </a:moveTo>
                  <a:cubicBezTo>
                    <a:pt x="544" y="1164"/>
                    <a:pt x="422" y="1113"/>
                    <a:pt x="329" y="1021"/>
                  </a:cubicBezTo>
                  <a:cubicBezTo>
                    <a:pt x="237" y="929"/>
                    <a:pt x="186" y="806"/>
                    <a:pt x="186" y="675"/>
                  </a:cubicBezTo>
                  <a:cubicBezTo>
                    <a:pt x="186" y="545"/>
                    <a:pt x="237" y="422"/>
                    <a:pt x="329" y="330"/>
                  </a:cubicBezTo>
                  <a:cubicBezTo>
                    <a:pt x="422" y="237"/>
                    <a:pt x="544" y="187"/>
                    <a:pt x="675" y="187"/>
                  </a:cubicBezTo>
                  <a:cubicBezTo>
                    <a:pt x="806" y="187"/>
                    <a:pt x="928" y="237"/>
                    <a:pt x="1021" y="330"/>
                  </a:cubicBezTo>
                  <a:cubicBezTo>
                    <a:pt x="1211" y="520"/>
                    <a:pt x="1211" y="830"/>
                    <a:pt x="1021" y="1021"/>
                  </a:cubicBezTo>
                  <a:cubicBezTo>
                    <a:pt x="928" y="1113"/>
                    <a:pt x="806" y="1164"/>
                    <a:pt x="675" y="1164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DB6B9"/>
                </a:solidFill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10910162" y="351889"/>
            <a:ext cx="465708" cy="472063"/>
            <a:chOff x="1342896" y="2366362"/>
            <a:chExt cx="2093913" cy="2122488"/>
          </a:xfrm>
          <a:solidFill>
            <a:srgbClr val="0070C0"/>
          </a:solidFill>
        </p:grpSpPr>
        <p:sp>
          <p:nvSpPr>
            <p:cNvPr id="17" name="Freeform 6"/>
            <p:cNvSpPr>
              <a:spLocks noEditPoints="1"/>
            </p:cNvSpPr>
            <p:nvPr/>
          </p:nvSpPr>
          <p:spPr bwMode="auto">
            <a:xfrm>
              <a:off x="1342896" y="2366362"/>
              <a:ext cx="2093913" cy="2122488"/>
            </a:xfrm>
            <a:custGeom>
              <a:avLst/>
              <a:gdLst>
                <a:gd name="T0" fmla="*/ 1391 w 2783"/>
                <a:gd name="T1" fmla="*/ 0 h 2783"/>
                <a:gd name="T2" fmla="*/ 0 w 2783"/>
                <a:gd name="T3" fmla="*/ 1391 h 2783"/>
                <a:gd name="T4" fmla="*/ 1391 w 2783"/>
                <a:gd name="T5" fmla="*/ 2783 h 2783"/>
                <a:gd name="T6" fmla="*/ 2783 w 2783"/>
                <a:gd name="T7" fmla="*/ 1391 h 2783"/>
                <a:gd name="T8" fmla="*/ 1391 w 2783"/>
                <a:gd name="T9" fmla="*/ 0 h 2783"/>
                <a:gd name="T10" fmla="*/ 1391 w 2783"/>
                <a:gd name="T11" fmla="*/ 55 h 2783"/>
                <a:gd name="T12" fmla="*/ 55 w 2783"/>
                <a:gd name="T13" fmla="*/ 1391 h 2783"/>
                <a:gd name="T14" fmla="*/ 1391 w 2783"/>
                <a:gd name="T15" fmla="*/ 2728 h 2783"/>
                <a:gd name="T16" fmla="*/ 2728 w 2783"/>
                <a:gd name="T17" fmla="*/ 1391 h 2783"/>
                <a:gd name="T18" fmla="*/ 1391 w 2783"/>
                <a:gd name="T19" fmla="*/ 55 h 2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83" h="2783">
                  <a:moveTo>
                    <a:pt x="1391" y="0"/>
                  </a:moveTo>
                  <a:cubicBezTo>
                    <a:pt x="623" y="0"/>
                    <a:pt x="0" y="623"/>
                    <a:pt x="0" y="1391"/>
                  </a:cubicBezTo>
                  <a:cubicBezTo>
                    <a:pt x="0" y="2160"/>
                    <a:pt x="623" y="2783"/>
                    <a:pt x="1391" y="2783"/>
                  </a:cubicBezTo>
                  <a:cubicBezTo>
                    <a:pt x="2160" y="2783"/>
                    <a:pt x="2783" y="2160"/>
                    <a:pt x="2783" y="1391"/>
                  </a:cubicBezTo>
                  <a:cubicBezTo>
                    <a:pt x="2783" y="623"/>
                    <a:pt x="2160" y="0"/>
                    <a:pt x="1391" y="0"/>
                  </a:cubicBezTo>
                  <a:close/>
                  <a:moveTo>
                    <a:pt x="1391" y="55"/>
                  </a:moveTo>
                  <a:cubicBezTo>
                    <a:pt x="654" y="55"/>
                    <a:pt x="55" y="654"/>
                    <a:pt x="55" y="1391"/>
                  </a:cubicBezTo>
                  <a:cubicBezTo>
                    <a:pt x="55" y="2129"/>
                    <a:pt x="654" y="2728"/>
                    <a:pt x="1391" y="2728"/>
                  </a:cubicBezTo>
                  <a:cubicBezTo>
                    <a:pt x="2129" y="2728"/>
                    <a:pt x="2728" y="2129"/>
                    <a:pt x="2728" y="1391"/>
                  </a:cubicBezTo>
                  <a:cubicBezTo>
                    <a:pt x="2728" y="654"/>
                    <a:pt x="2129" y="55"/>
                    <a:pt x="1391" y="55"/>
                  </a:cubicBezTo>
                  <a:close/>
                </a:path>
              </a:pathLst>
            </a:custGeom>
            <a:grpFill/>
            <a:ln>
              <a:solidFill>
                <a:srgbClr val="002060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DB6B9"/>
                </a:solidFill>
              </a:endParaRPr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1767347" y="2753040"/>
              <a:ext cx="1311950" cy="1299916"/>
              <a:chOff x="4699000" y="4643438"/>
              <a:chExt cx="346075" cy="342900"/>
            </a:xfrm>
            <a:grpFill/>
          </p:grpSpPr>
          <p:sp>
            <p:nvSpPr>
              <p:cNvPr id="19" name="Freeform 20"/>
              <p:cNvSpPr>
                <a:spLocks noEditPoints="1"/>
              </p:cNvSpPr>
              <p:nvPr/>
            </p:nvSpPr>
            <p:spPr bwMode="auto">
              <a:xfrm>
                <a:off x="4894263" y="4841875"/>
                <a:ext cx="146050" cy="142875"/>
              </a:xfrm>
              <a:custGeom>
                <a:avLst/>
                <a:gdLst>
                  <a:gd name="T0" fmla="*/ 232 w 340"/>
                  <a:gd name="T1" fmla="*/ 183 h 333"/>
                  <a:gd name="T2" fmla="*/ 274 w 340"/>
                  <a:gd name="T3" fmla="*/ 224 h 333"/>
                  <a:gd name="T4" fmla="*/ 232 w 340"/>
                  <a:gd name="T5" fmla="*/ 266 h 333"/>
                  <a:gd name="T6" fmla="*/ 191 w 340"/>
                  <a:gd name="T7" fmla="*/ 224 h 333"/>
                  <a:gd name="T8" fmla="*/ 232 w 340"/>
                  <a:gd name="T9" fmla="*/ 183 h 333"/>
                  <a:gd name="T10" fmla="*/ 75 w 340"/>
                  <a:gd name="T11" fmla="*/ 3 h 333"/>
                  <a:gd name="T12" fmla="*/ 85 w 340"/>
                  <a:gd name="T13" fmla="*/ 24 h 333"/>
                  <a:gd name="T14" fmla="*/ 63 w 340"/>
                  <a:gd name="T15" fmla="*/ 46 h 333"/>
                  <a:gd name="T16" fmla="*/ 42 w 340"/>
                  <a:gd name="T17" fmla="*/ 67 h 333"/>
                  <a:gd name="T18" fmla="*/ 0 w 340"/>
                  <a:gd name="T19" fmla="*/ 94 h 333"/>
                  <a:gd name="T20" fmla="*/ 140 w 340"/>
                  <a:gd name="T21" fmla="*/ 235 h 333"/>
                  <a:gd name="T22" fmla="*/ 207 w 340"/>
                  <a:gd name="T23" fmla="*/ 324 h 333"/>
                  <a:gd name="T24" fmla="*/ 242 w 340"/>
                  <a:gd name="T25" fmla="*/ 333 h 333"/>
                  <a:gd name="T26" fmla="*/ 340 w 340"/>
                  <a:gd name="T27" fmla="*/ 235 h 333"/>
                  <a:gd name="T28" fmla="*/ 330 w 340"/>
                  <a:gd name="T29" fmla="*/ 199 h 333"/>
                  <a:gd name="T30" fmla="*/ 242 w 340"/>
                  <a:gd name="T31" fmla="*/ 133 h 333"/>
                  <a:gd name="T32" fmla="*/ 109 w 340"/>
                  <a:gd name="T33" fmla="*/ 0 h 333"/>
                  <a:gd name="T34" fmla="*/ 96 w 340"/>
                  <a:gd name="T35" fmla="*/ 13 h 333"/>
                  <a:gd name="T36" fmla="*/ 75 w 340"/>
                  <a:gd name="T37" fmla="*/ 3 h 3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40" h="333">
                    <a:moveTo>
                      <a:pt x="232" y="183"/>
                    </a:moveTo>
                    <a:cubicBezTo>
                      <a:pt x="255" y="183"/>
                      <a:pt x="274" y="201"/>
                      <a:pt x="274" y="224"/>
                    </a:cubicBezTo>
                    <a:cubicBezTo>
                      <a:pt x="274" y="247"/>
                      <a:pt x="255" y="266"/>
                      <a:pt x="232" y="266"/>
                    </a:cubicBezTo>
                    <a:cubicBezTo>
                      <a:pt x="210" y="266"/>
                      <a:pt x="191" y="247"/>
                      <a:pt x="191" y="224"/>
                    </a:cubicBezTo>
                    <a:cubicBezTo>
                      <a:pt x="191" y="201"/>
                      <a:pt x="210" y="183"/>
                      <a:pt x="232" y="183"/>
                    </a:cubicBezTo>
                    <a:close/>
                    <a:moveTo>
                      <a:pt x="75" y="3"/>
                    </a:moveTo>
                    <a:lnTo>
                      <a:pt x="85" y="24"/>
                    </a:lnTo>
                    <a:lnTo>
                      <a:pt x="63" y="46"/>
                    </a:lnTo>
                    <a:lnTo>
                      <a:pt x="42" y="67"/>
                    </a:lnTo>
                    <a:cubicBezTo>
                      <a:pt x="30" y="79"/>
                      <a:pt x="15" y="88"/>
                      <a:pt x="0" y="94"/>
                    </a:cubicBezTo>
                    <a:lnTo>
                      <a:pt x="140" y="235"/>
                    </a:lnTo>
                    <a:lnTo>
                      <a:pt x="207" y="324"/>
                    </a:lnTo>
                    <a:lnTo>
                      <a:pt x="242" y="333"/>
                    </a:lnTo>
                    <a:lnTo>
                      <a:pt x="340" y="235"/>
                    </a:lnTo>
                    <a:lnTo>
                      <a:pt x="330" y="199"/>
                    </a:lnTo>
                    <a:lnTo>
                      <a:pt x="242" y="133"/>
                    </a:lnTo>
                    <a:lnTo>
                      <a:pt x="109" y="0"/>
                    </a:lnTo>
                    <a:lnTo>
                      <a:pt x="96" y="13"/>
                    </a:lnTo>
                    <a:lnTo>
                      <a:pt x="75" y="3"/>
                    </a:ln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srgbClr val="21A3D0"/>
                  </a:solidFill>
                  <a:latin typeface="Arial" panose="020B0604020202020204"/>
                  <a:ea typeface="微软雅黑" panose="020B0503020204020204" charset="-122"/>
                </a:endParaRPr>
              </a:p>
            </p:txBody>
          </p:sp>
          <p:sp>
            <p:nvSpPr>
              <p:cNvPr id="20" name="Freeform 21"/>
              <p:cNvSpPr/>
              <p:nvPr/>
            </p:nvSpPr>
            <p:spPr bwMode="auto">
              <a:xfrm>
                <a:off x="4699000" y="4643438"/>
                <a:ext cx="153987" cy="153988"/>
              </a:xfrm>
              <a:custGeom>
                <a:avLst/>
                <a:gdLst>
                  <a:gd name="T0" fmla="*/ 288 w 354"/>
                  <a:gd name="T1" fmla="*/ 281 h 355"/>
                  <a:gd name="T2" fmla="*/ 311 w 354"/>
                  <a:gd name="T3" fmla="*/ 258 h 355"/>
                  <a:gd name="T4" fmla="*/ 332 w 354"/>
                  <a:gd name="T5" fmla="*/ 269 h 355"/>
                  <a:gd name="T6" fmla="*/ 321 w 354"/>
                  <a:gd name="T7" fmla="*/ 248 h 355"/>
                  <a:gd name="T8" fmla="*/ 344 w 354"/>
                  <a:gd name="T9" fmla="*/ 225 h 355"/>
                  <a:gd name="T10" fmla="*/ 346 w 354"/>
                  <a:gd name="T11" fmla="*/ 223 h 355"/>
                  <a:gd name="T12" fmla="*/ 354 w 354"/>
                  <a:gd name="T13" fmla="*/ 185 h 355"/>
                  <a:gd name="T14" fmla="*/ 170 w 354"/>
                  <a:gd name="T15" fmla="*/ 1 h 355"/>
                  <a:gd name="T16" fmla="*/ 153 w 354"/>
                  <a:gd name="T17" fmla="*/ 17 h 355"/>
                  <a:gd name="T18" fmla="*/ 222 w 354"/>
                  <a:gd name="T19" fmla="*/ 127 h 355"/>
                  <a:gd name="T20" fmla="*/ 126 w 354"/>
                  <a:gd name="T21" fmla="*/ 223 h 355"/>
                  <a:gd name="T22" fmla="*/ 16 w 354"/>
                  <a:gd name="T23" fmla="*/ 154 h 355"/>
                  <a:gd name="T24" fmla="*/ 0 w 354"/>
                  <a:gd name="T25" fmla="*/ 171 h 355"/>
                  <a:gd name="T26" fmla="*/ 184 w 354"/>
                  <a:gd name="T27" fmla="*/ 355 h 355"/>
                  <a:gd name="T28" fmla="*/ 237 w 354"/>
                  <a:gd name="T29" fmla="*/ 340 h 355"/>
                  <a:gd name="T30" fmla="*/ 240 w 354"/>
                  <a:gd name="T31" fmla="*/ 344 h 355"/>
                  <a:gd name="T32" fmla="*/ 268 w 354"/>
                  <a:gd name="T33" fmla="*/ 301 h 355"/>
                  <a:gd name="T34" fmla="*/ 288 w 354"/>
                  <a:gd name="T35" fmla="*/ 281 h 3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54" h="355">
                    <a:moveTo>
                      <a:pt x="288" y="281"/>
                    </a:moveTo>
                    <a:lnTo>
                      <a:pt x="311" y="258"/>
                    </a:lnTo>
                    <a:lnTo>
                      <a:pt x="332" y="269"/>
                    </a:lnTo>
                    <a:lnTo>
                      <a:pt x="321" y="248"/>
                    </a:lnTo>
                    <a:lnTo>
                      <a:pt x="344" y="225"/>
                    </a:lnTo>
                    <a:lnTo>
                      <a:pt x="346" y="223"/>
                    </a:lnTo>
                    <a:cubicBezTo>
                      <a:pt x="351" y="210"/>
                      <a:pt x="354" y="197"/>
                      <a:pt x="354" y="185"/>
                    </a:cubicBezTo>
                    <a:cubicBezTo>
                      <a:pt x="354" y="91"/>
                      <a:pt x="264" y="0"/>
                      <a:pt x="170" y="1"/>
                    </a:cubicBezTo>
                    <a:cubicBezTo>
                      <a:pt x="170" y="1"/>
                      <a:pt x="159" y="11"/>
                      <a:pt x="153" y="17"/>
                    </a:cubicBezTo>
                    <a:cubicBezTo>
                      <a:pt x="229" y="93"/>
                      <a:pt x="222" y="80"/>
                      <a:pt x="222" y="127"/>
                    </a:cubicBezTo>
                    <a:cubicBezTo>
                      <a:pt x="222" y="164"/>
                      <a:pt x="162" y="223"/>
                      <a:pt x="126" y="223"/>
                    </a:cubicBezTo>
                    <a:cubicBezTo>
                      <a:pt x="78" y="223"/>
                      <a:pt x="93" y="231"/>
                      <a:pt x="16" y="154"/>
                    </a:cubicBezTo>
                    <a:cubicBezTo>
                      <a:pt x="10" y="160"/>
                      <a:pt x="0" y="171"/>
                      <a:pt x="0" y="171"/>
                    </a:cubicBezTo>
                    <a:cubicBezTo>
                      <a:pt x="1" y="265"/>
                      <a:pt x="90" y="355"/>
                      <a:pt x="184" y="355"/>
                    </a:cubicBezTo>
                    <a:cubicBezTo>
                      <a:pt x="201" y="355"/>
                      <a:pt x="219" y="349"/>
                      <a:pt x="237" y="340"/>
                    </a:cubicBezTo>
                    <a:lnTo>
                      <a:pt x="240" y="344"/>
                    </a:lnTo>
                    <a:cubicBezTo>
                      <a:pt x="246" y="328"/>
                      <a:pt x="255" y="314"/>
                      <a:pt x="268" y="301"/>
                    </a:cubicBezTo>
                    <a:lnTo>
                      <a:pt x="288" y="281"/>
                    </a:ln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srgbClr val="21A3D0"/>
                  </a:solidFill>
                  <a:latin typeface="Arial" panose="020B0604020202020204"/>
                  <a:ea typeface="微软雅黑" panose="020B0503020204020204" charset="-122"/>
                </a:endParaRPr>
              </a:p>
            </p:txBody>
          </p:sp>
          <p:sp>
            <p:nvSpPr>
              <p:cNvPr id="21" name="Freeform 22"/>
              <p:cNvSpPr/>
              <p:nvPr/>
            </p:nvSpPr>
            <p:spPr bwMode="auto">
              <a:xfrm>
                <a:off x="4699000" y="4643438"/>
                <a:ext cx="346075" cy="342900"/>
              </a:xfrm>
              <a:custGeom>
                <a:avLst/>
                <a:gdLst>
                  <a:gd name="T0" fmla="*/ 771 w 800"/>
                  <a:gd name="T1" fmla="*/ 76 h 791"/>
                  <a:gd name="T2" fmla="*/ 716 w 800"/>
                  <a:gd name="T3" fmla="*/ 22 h 791"/>
                  <a:gd name="T4" fmla="*/ 663 w 800"/>
                  <a:gd name="T5" fmla="*/ 0 h 791"/>
                  <a:gd name="T6" fmla="*/ 610 w 800"/>
                  <a:gd name="T7" fmla="*/ 22 h 791"/>
                  <a:gd name="T8" fmla="*/ 376 w 800"/>
                  <a:gd name="T9" fmla="*/ 256 h 791"/>
                  <a:gd name="T10" fmla="*/ 366 w 800"/>
                  <a:gd name="T11" fmla="*/ 302 h 791"/>
                  <a:gd name="T12" fmla="*/ 335 w 800"/>
                  <a:gd name="T13" fmla="*/ 315 h 791"/>
                  <a:gd name="T14" fmla="*/ 320 w 800"/>
                  <a:gd name="T15" fmla="*/ 312 h 791"/>
                  <a:gd name="T16" fmla="*/ 300 w 800"/>
                  <a:gd name="T17" fmla="*/ 332 h 791"/>
                  <a:gd name="T18" fmla="*/ 300 w 800"/>
                  <a:gd name="T19" fmla="*/ 438 h 791"/>
                  <a:gd name="T20" fmla="*/ 303 w 800"/>
                  <a:gd name="T21" fmla="*/ 442 h 791"/>
                  <a:gd name="T22" fmla="*/ 120 w 800"/>
                  <a:gd name="T23" fmla="*/ 625 h 791"/>
                  <a:gd name="T24" fmla="*/ 72 w 800"/>
                  <a:gd name="T25" fmla="*/ 643 h 791"/>
                  <a:gd name="T26" fmla="*/ 0 w 800"/>
                  <a:gd name="T27" fmla="*/ 745 h 791"/>
                  <a:gd name="T28" fmla="*/ 46 w 800"/>
                  <a:gd name="T29" fmla="*/ 791 h 791"/>
                  <a:gd name="T30" fmla="*/ 148 w 800"/>
                  <a:gd name="T31" fmla="*/ 720 h 791"/>
                  <a:gd name="T32" fmla="*/ 166 w 800"/>
                  <a:gd name="T33" fmla="*/ 670 h 791"/>
                  <a:gd name="T34" fmla="*/ 349 w 800"/>
                  <a:gd name="T35" fmla="*/ 487 h 791"/>
                  <a:gd name="T36" fmla="*/ 355 w 800"/>
                  <a:gd name="T37" fmla="*/ 493 h 791"/>
                  <a:gd name="T38" fmla="*/ 407 w 800"/>
                  <a:gd name="T39" fmla="*/ 515 h 791"/>
                  <a:gd name="T40" fmla="*/ 460 w 800"/>
                  <a:gd name="T41" fmla="*/ 493 h 791"/>
                  <a:gd name="T42" fmla="*/ 481 w 800"/>
                  <a:gd name="T43" fmla="*/ 472 h 791"/>
                  <a:gd name="T44" fmla="*/ 490 w 800"/>
                  <a:gd name="T45" fmla="*/ 426 h 791"/>
                  <a:gd name="T46" fmla="*/ 522 w 800"/>
                  <a:gd name="T47" fmla="*/ 414 h 791"/>
                  <a:gd name="T48" fmla="*/ 536 w 800"/>
                  <a:gd name="T49" fmla="*/ 417 h 791"/>
                  <a:gd name="T50" fmla="*/ 771 w 800"/>
                  <a:gd name="T51" fmla="*/ 182 h 791"/>
                  <a:gd name="T52" fmla="*/ 771 w 800"/>
                  <a:gd name="T53" fmla="*/ 76 h 7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00" h="791">
                    <a:moveTo>
                      <a:pt x="771" y="76"/>
                    </a:moveTo>
                    <a:lnTo>
                      <a:pt x="716" y="22"/>
                    </a:lnTo>
                    <a:cubicBezTo>
                      <a:pt x="701" y="7"/>
                      <a:pt x="682" y="0"/>
                      <a:pt x="663" y="0"/>
                    </a:cubicBezTo>
                    <a:cubicBezTo>
                      <a:pt x="644" y="0"/>
                      <a:pt x="625" y="7"/>
                      <a:pt x="610" y="22"/>
                    </a:cubicBezTo>
                    <a:lnTo>
                      <a:pt x="376" y="256"/>
                    </a:lnTo>
                    <a:cubicBezTo>
                      <a:pt x="383" y="270"/>
                      <a:pt x="378" y="291"/>
                      <a:pt x="366" y="302"/>
                    </a:cubicBezTo>
                    <a:cubicBezTo>
                      <a:pt x="359" y="310"/>
                      <a:pt x="346" y="315"/>
                      <a:pt x="335" y="315"/>
                    </a:cubicBezTo>
                    <a:cubicBezTo>
                      <a:pt x="330" y="315"/>
                      <a:pt x="325" y="314"/>
                      <a:pt x="320" y="312"/>
                    </a:cubicBezTo>
                    <a:lnTo>
                      <a:pt x="300" y="332"/>
                    </a:lnTo>
                    <a:cubicBezTo>
                      <a:pt x="271" y="361"/>
                      <a:pt x="271" y="409"/>
                      <a:pt x="300" y="438"/>
                    </a:cubicBezTo>
                    <a:lnTo>
                      <a:pt x="303" y="442"/>
                    </a:lnTo>
                    <a:lnTo>
                      <a:pt x="120" y="625"/>
                    </a:lnTo>
                    <a:lnTo>
                      <a:pt x="72" y="643"/>
                    </a:lnTo>
                    <a:lnTo>
                      <a:pt x="0" y="745"/>
                    </a:lnTo>
                    <a:lnTo>
                      <a:pt x="46" y="791"/>
                    </a:lnTo>
                    <a:lnTo>
                      <a:pt x="148" y="720"/>
                    </a:lnTo>
                    <a:lnTo>
                      <a:pt x="166" y="670"/>
                    </a:lnTo>
                    <a:lnTo>
                      <a:pt x="349" y="487"/>
                    </a:lnTo>
                    <a:lnTo>
                      <a:pt x="355" y="493"/>
                    </a:lnTo>
                    <a:cubicBezTo>
                      <a:pt x="369" y="507"/>
                      <a:pt x="388" y="515"/>
                      <a:pt x="407" y="515"/>
                    </a:cubicBezTo>
                    <a:cubicBezTo>
                      <a:pt x="426" y="515"/>
                      <a:pt x="446" y="507"/>
                      <a:pt x="460" y="493"/>
                    </a:cubicBezTo>
                    <a:lnTo>
                      <a:pt x="481" y="472"/>
                    </a:lnTo>
                    <a:cubicBezTo>
                      <a:pt x="474" y="458"/>
                      <a:pt x="479" y="437"/>
                      <a:pt x="490" y="426"/>
                    </a:cubicBezTo>
                    <a:cubicBezTo>
                      <a:pt x="498" y="419"/>
                      <a:pt x="510" y="414"/>
                      <a:pt x="522" y="414"/>
                    </a:cubicBezTo>
                    <a:cubicBezTo>
                      <a:pt x="527" y="414"/>
                      <a:pt x="532" y="415"/>
                      <a:pt x="536" y="417"/>
                    </a:cubicBezTo>
                    <a:lnTo>
                      <a:pt x="771" y="182"/>
                    </a:lnTo>
                    <a:cubicBezTo>
                      <a:pt x="800" y="153"/>
                      <a:pt x="800" y="106"/>
                      <a:pt x="771" y="76"/>
                    </a:cubicBez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srgbClr val="21A3D0"/>
                  </a:solidFill>
                  <a:latin typeface="Arial" panose="020B0604020202020204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22" name="组合 21"/>
          <p:cNvGrpSpPr/>
          <p:nvPr userDrawn="1"/>
        </p:nvGrpSpPr>
        <p:grpSpPr>
          <a:xfrm>
            <a:off x="11501159" y="351889"/>
            <a:ext cx="465708" cy="472063"/>
            <a:chOff x="4910385" y="-2248866"/>
            <a:chExt cx="2093913" cy="2122488"/>
          </a:xfrm>
          <a:solidFill>
            <a:srgbClr val="0070C0"/>
          </a:solidFill>
        </p:grpSpPr>
        <p:sp>
          <p:nvSpPr>
            <p:cNvPr id="23" name="Freeform 6"/>
            <p:cNvSpPr>
              <a:spLocks noEditPoints="1"/>
            </p:cNvSpPr>
            <p:nvPr/>
          </p:nvSpPr>
          <p:spPr bwMode="auto">
            <a:xfrm>
              <a:off x="4910385" y="-2248866"/>
              <a:ext cx="2093913" cy="2122488"/>
            </a:xfrm>
            <a:custGeom>
              <a:avLst/>
              <a:gdLst>
                <a:gd name="T0" fmla="*/ 1391 w 2783"/>
                <a:gd name="T1" fmla="*/ 0 h 2783"/>
                <a:gd name="T2" fmla="*/ 0 w 2783"/>
                <a:gd name="T3" fmla="*/ 1391 h 2783"/>
                <a:gd name="T4" fmla="*/ 1391 w 2783"/>
                <a:gd name="T5" fmla="*/ 2783 h 2783"/>
                <a:gd name="T6" fmla="*/ 2783 w 2783"/>
                <a:gd name="T7" fmla="*/ 1391 h 2783"/>
                <a:gd name="T8" fmla="*/ 1391 w 2783"/>
                <a:gd name="T9" fmla="*/ 0 h 2783"/>
                <a:gd name="T10" fmla="*/ 1391 w 2783"/>
                <a:gd name="T11" fmla="*/ 55 h 2783"/>
                <a:gd name="T12" fmla="*/ 55 w 2783"/>
                <a:gd name="T13" fmla="*/ 1391 h 2783"/>
                <a:gd name="T14" fmla="*/ 1391 w 2783"/>
                <a:gd name="T15" fmla="*/ 2728 h 2783"/>
                <a:gd name="T16" fmla="*/ 2728 w 2783"/>
                <a:gd name="T17" fmla="*/ 1391 h 2783"/>
                <a:gd name="T18" fmla="*/ 1391 w 2783"/>
                <a:gd name="T19" fmla="*/ 55 h 2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83" h="2783">
                  <a:moveTo>
                    <a:pt x="1391" y="0"/>
                  </a:moveTo>
                  <a:cubicBezTo>
                    <a:pt x="623" y="0"/>
                    <a:pt x="0" y="623"/>
                    <a:pt x="0" y="1391"/>
                  </a:cubicBezTo>
                  <a:cubicBezTo>
                    <a:pt x="0" y="2160"/>
                    <a:pt x="623" y="2783"/>
                    <a:pt x="1391" y="2783"/>
                  </a:cubicBezTo>
                  <a:cubicBezTo>
                    <a:pt x="2160" y="2783"/>
                    <a:pt x="2783" y="2160"/>
                    <a:pt x="2783" y="1391"/>
                  </a:cubicBezTo>
                  <a:cubicBezTo>
                    <a:pt x="2783" y="623"/>
                    <a:pt x="2160" y="0"/>
                    <a:pt x="1391" y="0"/>
                  </a:cubicBezTo>
                  <a:close/>
                  <a:moveTo>
                    <a:pt x="1391" y="55"/>
                  </a:moveTo>
                  <a:cubicBezTo>
                    <a:pt x="654" y="55"/>
                    <a:pt x="55" y="654"/>
                    <a:pt x="55" y="1391"/>
                  </a:cubicBezTo>
                  <a:cubicBezTo>
                    <a:pt x="55" y="2129"/>
                    <a:pt x="654" y="2728"/>
                    <a:pt x="1391" y="2728"/>
                  </a:cubicBezTo>
                  <a:cubicBezTo>
                    <a:pt x="2129" y="2728"/>
                    <a:pt x="2728" y="2129"/>
                    <a:pt x="2728" y="1391"/>
                  </a:cubicBezTo>
                  <a:cubicBezTo>
                    <a:pt x="2728" y="654"/>
                    <a:pt x="2129" y="55"/>
                    <a:pt x="1391" y="55"/>
                  </a:cubicBezTo>
                  <a:close/>
                </a:path>
              </a:pathLst>
            </a:custGeom>
            <a:grpFill/>
            <a:ln>
              <a:solidFill>
                <a:srgbClr val="002060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DB6B9"/>
                </a:solidFill>
              </a:endParaRPr>
            </a:p>
          </p:txBody>
        </p:sp>
        <p:sp>
          <p:nvSpPr>
            <p:cNvPr id="24" name="Freeform 5"/>
            <p:cNvSpPr>
              <a:spLocks noEditPoints="1"/>
            </p:cNvSpPr>
            <p:nvPr/>
          </p:nvSpPr>
          <p:spPr bwMode="auto">
            <a:xfrm>
              <a:off x="5341463" y="-1826020"/>
              <a:ext cx="1381847" cy="1227579"/>
            </a:xfrm>
            <a:custGeom>
              <a:avLst/>
              <a:gdLst>
                <a:gd name="T0" fmla="*/ 746 w 1802"/>
                <a:gd name="T1" fmla="*/ 524 h 1618"/>
                <a:gd name="T2" fmla="*/ 223 w 1802"/>
                <a:gd name="T3" fmla="*/ 599 h 1618"/>
                <a:gd name="T4" fmla="*/ 223 w 1802"/>
                <a:gd name="T5" fmla="*/ 383 h 1618"/>
                <a:gd name="T6" fmla="*/ 1059 w 1802"/>
                <a:gd name="T7" fmla="*/ 458 h 1618"/>
                <a:gd name="T8" fmla="*/ 223 w 1802"/>
                <a:gd name="T9" fmla="*/ 383 h 1618"/>
                <a:gd name="T10" fmla="*/ 1059 w 1802"/>
                <a:gd name="T11" fmla="*/ 241 h 1618"/>
                <a:gd name="T12" fmla="*/ 223 w 1802"/>
                <a:gd name="T13" fmla="*/ 317 h 1618"/>
                <a:gd name="T14" fmla="*/ 0 w 1802"/>
                <a:gd name="T15" fmla="*/ 1182 h 1618"/>
                <a:gd name="T16" fmla="*/ 202 w 1802"/>
                <a:gd name="T17" fmla="*/ 1455 h 1618"/>
                <a:gd name="T18" fmla="*/ 1283 w 1802"/>
                <a:gd name="T19" fmla="*/ 1548 h 1618"/>
                <a:gd name="T20" fmla="*/ 1198 w 1802"/>
                <a:gd name="T21" fmla="*/ 1219 h 1618"/>
                <a:gd name="T22" fmla="*/ 382 w 1802"/>
                <a:gd name="T23" fmla="*/ 1228 h 1618"/>
                <a:gd name="T24" fmla="*/ 298 w 1802"/>
                <a:gd name="T25" fmla="*/ 1320 h 1618"/>
                <a:gd name="T26" fmla="*/ 84 w 1802"/>
                <a:gd name="T27" fmla="*/ 1164 h 1618"/>
                <a:gd name="T28" fmla="*/ 1198 w 1802"/>
                <a:gd name="T29" fmla="*/ 85 h 1618"/>
                <a:gd name="T30" fmla="*/ 1283 w 1802"/>
                <a:gd name="T31" fmla="*/ 840 h 1618"/>
                <a:gd name="T32" fmla="*/ 0 w 1802"/>
                <a:gd name="T33" fmla="*/ 0 h 1618"/>
                <a:gd name="T34" fmla="*/ 302 w 1802"/>
                <a:gd name="T35" fmla="*/ 1398 h 1618"/>
                <a:gd name="T36" fmla="*/ 972 w 1802"/>
                <a:gd name="T37" fmla="*/ 1492 h 1618"/>
                <a:gd name="T38" fmla="*/ 302 w 1802"/>
                <a:gd name="T39" fmla="*/ 1398 h 1618"/>
                <a:gd name="T40" fmla="*/ 1442 w 1802"/>
                <a:gd name="T41" fmla="*/ 1062 h 1618"/>
                <a:gd name="T42" fmla="*/ 993 w 1802"/>
                <a:gd name="T43" fmla="*/ 851 h 1618"/>
                <a:gd name="T44" fmla="*/ 1783 w 1802"/>
                <a:gd name="T45" fmla="*/ 1547 h 1618"/>
                <a:gd name="T46" fmla="*/ 1604 w 1802"/>
                <a:gd name="T47" fmla="*/ 1057 h 1618"/>
                <a:gd name="T48" fmla="*/ 1387 w 1802"/>
                <a:gd name="T49" fmla="*/ 940 h 1618"/>
                <a:gd name="T50" fmla="*/ 1393 w 1802"/>
                <a:gd name="T51" fmla="*/ 863 h 1618"/>
                <a:gd name="T52" fmla="*/ 1333 w 1802"/>
                <a:gd name="T53" fmla="*/ 914 h 1618"/>
                <a:gd name="T54" fmla="*/ 1360 w 1802"/>
                <a:gd name="T55" fmla="*/ 951 h 1618"/>
                <a:gd name="T56" fmla="*/ 1549 w 1802"/>
                <a:gd name="T57" fmla="*/ 1082 h 1618"/>
                <a:gd name="T58" fmla="*/ 1681 w 1802"/>
                <a:gd name="T59" fmla="*/ 1321 h 1618"/>
                <a:gd name="T60" fmla="*/ 1572 w 1802"/>
                <a:gd name="T61" fmla="*/ 1171 h 1618"/>
                <a:gd name="T62" fmla="*/ 1270 w 1802"/>
                <a:gd name="T63" fmla="*/ 1253 h 1618"/>
                <a:gd name="T64" fmla="*/ 1696 w 1802"/>
                <a:gd name="T65" fmla="*/ 1610 h 1618"/>
                <a:gd name="T66" fmla="*/ 1069 w 1802"/>
                <a:gd name="T67" fmla="*/ 618 h 1618"/>
                <a:gd name="T68" fmla="*/ 823 w 1802"/>
                <a:gd name="T69" fmla="*/ 496 h 1618"/>
                <a:gd name="T70" fmla="*/ 1007 w 1802"/>
                <a:gd name="T71" fmla="*/ 661 h 1618"/>
                <a:gd name="T72" fmla="*/ 941 w 1802"/>
                <a:gd name="T73" fmla="*/ 716 h 1618"/>
                <a:gd name="T74" fmla="*/ 810 w 1802"/>
                <a:gd name="T75" fmla="*/ 507 h 1618"/>
                <a:gd name="T76" fmla="*/ 889 w 1802"/>
                <a:gd name="T77" fmla="*/ 770 h 1618"/>
                <a:gd name="T78" fmla="*/ 1111 w 1802"/>
                <a:gd name="T79" fmla="*/ 712 h 1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802" h="1618">
                  <a:moveTo>
                    <a:pt x="223" y="524"/>
                  </a:moveTo>
                  <a:lnTo>
                    <a:pt x="746" y="524"/>
                  </a:lnTo>
                  <a:lnTo>
                    <a:pt x="746" y="599"/>
                  </a:lnTo>
                  <a:lnTo>
                    <a:pt x="223" y="599"/>
                  </a:lnTo>
                  <a:lnTo>
                    <a:pt x="223" y="524"/>
                  </a:lnTo>
                  <a:close/>
                  <a:moveTo>
                    <a:pt x="223" y="383"/>
                  </a:moveTo>
                  <a:lnTo>
                    <a:pt x="1059" y="383"/>
                  </a:lnTo>
                  <a:lnTo>
                    <a:pt x="1059" y="458"/>
                  </a:lnTo>
                  <a:lnTo>
                    <a:pt x="223" y="458"/>
                  </a:lnTo>
                  <a:lnTo>
                    <a:pt x="223" y="383"/>
                  </a:lnTo>
                  <a:close/>
                  <a:moveTo>
                    <a:pt x="223" y="241"/>
                  </a:moveTo>
                  <a:lnTo>
                    <a:pt x="1059" y="241"/>
                  </a:lnTo>
                  <a:lnTo>
                    <a:pt x="1059" y="317"/>
                  </a:lnTo>
                  <a:lnTo>
                    <a:pt x="223" y="317"/>
                  </a:lnTo>
                  <a:lnTo>
                    <a:pt x="223" y="241"/>
                  </a:lnTo>
                  <a:close/>
                  <a:moveTo>
                    <a:pt x="0" y="1182"/>
                  </a:moveTo>
                  <a:cubicBezTo>
                    <a:pt x="0" y="1254"/>
                    <a:pt x="9" y="1311"/>
                    <a:pt x="54" y="1369"/>
                  </a:cubicBezTo>
                  <a:cubicBezTo>
                    <a:pt x="92" y="1419"/>
                    <a:pt x="140" y="1446"/>
                    <a:pt x="202" y="1455"/>
                  </a:cubicBezTo>
                  <a:lnTo>
                    <a:pt x="1206" y="1612"/>
                  </a:lnTo>
                  <a:cubicBezTo>
                    <a:pt x="1248" y="1618"/>
                    <a:pt x="1283" y="1590"/>
                    <a:pt x="1283" y="1548"/>
                  </a:cubicBezTo>
                  <a:lnTo>
                    <a:pt x="1283" y="1335"/>
                  </a:lnTo>
                  <a:cubicBezTo>
                    <a:pt x="1254" y="1299"/>
                    <a:pt x="1226" y="1259"/>
                    <a:pt x="1198" y="1219"/>
                  </a:cubicBezTo>
                  <a:lnTo>
                    <a:pt x="1198" y="1490"/>
                  </a:lnTo>
                  <a:lnTo>
                    <a:pt x="382" y="1228"/>
                  </a:lnTo>
                  <a:cubicBezTo>
                    <a:pt x="372" y="1225"/>
                    <a:pt x="361" y="1229"/>
                    <a:pt x="356" y="1239"/>
                  </a:cubicBezTo>
                  <a:cubicBezTo>
                    <a:pt x="339" y="1273"/>
                    <a:pt x="319" y="1304"/>
                    <a:pt x="298" y="1320"/>
                  </a:cubicBezTo>
                  <a:cubicBezTo>
                    <a:pt x="239" y="1366"/>
                    <a:pt x="166" y="1357"/>
                    <a:pt x="121" y="1299"/>
                  </a:cubicBezTo>
                  <a:cubicBezTo>
                    <a:pt x="88" y="1256"/>
                    <a:pt x="84" y="1215"/>
                    <a:pt x="84" y="1164"/>
                  </a:cubicBezTo>
                  <a:lnTo>
                    <a:pt x="84" y="85"/>
                  </a:lnTo>
                  <a:lnTo>
                    <a:pt x="1198" y="85"/>
                  </a:lnTo>
                  <a:lnTo>
                    <a:pt x="1198" y="751"/>
                  </a:lnTo>
                  <a:lnTo>
                    <a:pt x="1283" y="840"/>
                  </a:lnTo>
                  <a:lnTo>
                    <a:pt x="1283" y="0"/>
                  </a:lnTo>
                  <a:lnTo>
                    <a:pt x="0" y="0"/>
                  </a:lnTo>
                  <a:lnTo>
                    <a:pt x="0" y="1182"/>
                  </a:lnTo>
                  <a:close/>
                  <a:moveTo>
                    <a:pt x="302" y="1398"/>
                  </a:moveTo>
                  <a:lnTo>
                    <a:pt x="970" y="1503"/>
                  </a:lnTo>
                  <a:cubicBezTo>
                    <a:pt x="977" y="1504"/>
                    <a:pt x="980" y="1494"/>
                    <a:pt x="972" y="1492"/>
                  </a:cubicBezTo>
                  <a:lnTo>
                    <a:pt x="390" y="1305"/>
                  </a:lnTo>
                  <a:cubicBezTo>
                    <a:pt x="364" y="1349"/>
                    <a:pt x="344" y="1371"/>
                    <a:pt x="302" y="1398"/>
                  </a:cubicBezTo>
                  <a:close/>
                  <a:moveTo>
                    <a:pt x="1131" y="735"/>
                  </a:moveTo>
                  <a:lnTo>
                    <a:pt x="1442" y="1062"/>
                  </a:lnTo>
                  <a:lnTo>
                    <a:pt x="1264" y="1213"/>
                  </a:lnTo>
                  <a:lnTo>
                    <a:pt x="993" y="851"/>
                  </a:lnTo>
                  <a:lnTo>
                    <a:pt x="1131" y="735"/>
                  </a:lnTo>
                  <a:close/>
                  <a:moveTo>
                    <a:pt x="1783" y="1547"/>
                  </a:moveTo>
                  <a:cubicBezTo>
                    <a:pt x="1788" y="1530"/>
                    <a:pt x="1791" y="1511"/>
                    <a:pt x="1793" y="1489"/>
                  </a:cubicBezTo>
                  <a:cubicBezTo>
                    <a:pt x="1802" y="1343"/>
                    <a:pt x="1781" y="1146"/>
                    <a:pt x="1604" y="1057"/>
                  </a:cubicBezTo>
                  <a:cubicBezTo>
                    <a:pt x="1550" y="1030"/>
                    <a:pt x="1446" y="989"/>
                    <a:pt x="1408" y="959"/>
                  </a:cubicBezTo>
                  <a:cubicBezTo>
                    <a:pt x="1399" y="952"/>
                    <a:pt x="1392" y="946"/>
                    <a:pt x="1387" y="940"/>
                  </a:cubicBezTo>
                  <a:cubicBezTo>
                    <a:pt x="1392" y="939"/>
                    <a:pt x="1397" y="937"/>
                    <a:pt x="1401" y="933"/>
                  </a:cubicBezTo>
                  <a:cubicBezTo>
                    <a:pt x="1418" y="919"/>
                    <a:pt x="1414" y="888"/>
                    <a:pt x="1393" y="863"/>
                  </a:cubicBezTo>
                  <a:cubicBezTo>
                    <a:pt x="1373" y="838"/>
                    <a:pt x="1342" y="830"/>
                    <a:pt x="1325" y="844"/>
                  </a:cubicBezTo>
                  <a:cubicBezTo>
                    <a:pt x="1309" y="858"/>
                    <a:pt x="1312" y="890"/>
                    <a:pt x="1333" y="914"/>
                  </a:cubicBezTo>
                  <a:cubicBezTo>
                    <a:pt x="1338" y="920"/>
                    <a:pt x="1343" y="925"/>
                    <a:pt x="1349" y="929"/>
                  </a:cubicBezTo>
                  <a:cubicBezTo>
                    <a:pt x="1351" y="937"/>
                    <a:pt x="1355" y="944"/>
                    <a:pt x="1360" y="951"/>
                  </a:cubicBezTo>
                  <a:cubicBezTo>
                    <a:pt x="1367" y="963"/>
                    <a:pt x="1379" y="975"/>
                    <a:pt x="1394" y="986"/>
                  </a:cubicBezTo>
                  <a:cubicBezTo>
                    <a:pt x="1436" y="1019"/>
                    <a:pt x="1494" y="1051"/>
                    <a:pt x="1549" y="1082"/>
                  </a:cubicBezTo>
                  <a:cubicBezTo>
                    <a:pt x="1666" y="1148"/>
                    <a:pt x="1695" y="1231"/>
                    <a:pt x="1700" y="1321"/>
                  </a:cubicBezTo>
                  <a:cubicBezTo>
                    <a:pt x="1701" y="1334"/>
                    <a:pt x="1694" y="1341"/>
                    <a:pt x="1681" y="1321"/>
                  </a:cubicBezTo>
                  <a:cubicBezTo>
                    <a:pt x="1677" y="1316"/>
                    <a:pt x="1673" y="1310"/>
                    <a:pt x="1670" y="1305"/>
                  </a:cubicBezTo>
                  <a:cubicBezTo>
                    <a:pt x="1643" y="1261"/>
                    <a:pt x="1610" y="1216"/>
                    <a:pt x="1572" y="1171"/>
                  </a:cubicBezTo>
                  <a:cubicBezTo>
                    <a:pt x="1542" y="1136"/>
                    <a:pt x="1512" y="1104"/>
                    <a:pt x="1481" y="1075"/>
                  </a:cubicBezTo>
                  <a:lnTo>
                    <a:pt x="1270" y="1253"/>
                  </a:lnTo>
                  <a:cubicBezTo>
                    <a:pt x="1293" y="1288"/>
                    <a:pt x="1320" y="1324"/>
                    <a:pt x="1350" y="1359"/>
                  </a:cubicBezTo>
                  <a:cubicBezTo>
                    <a:pt x="1476" y="1508"/>
                    <a:pt x="1615" y="1606"/>
                    <a:pt x="1696" y="1610"/>
                  </a:cubicBezTo>
                  <a:cubicBezTo>
                    <a:pt x="1739" y="1613"/>
                    <a:pt x="1770" y="1585"/>
                    <a:pt x="1783" y="1547"/>
                  </a:cubicBezTo>
                  <a:close/>
                  <a:moveTo>
                    <a:pt x="1069" y="618"/>
                  </a:moveTo>
                  <a:lnTo>
                    <a:pt x="835" y="486"/>
                  </a:lnTo>
                  <a:lnTo>
                    <a:pt x="823" y="496"/>
                  </a:lnTo>
                  <a:lnTo>
                    <a:pt x="953" y="651"/>
                  </a:lnTo>
                  <a:cubicBezTo>
                    <a:pt x="971" y="641"/>
                    <a:pt x="993" y="645"/>
                    <a:pt x="1007" y="661"/>
                  </a:cubicBezTo>
                  <a:cubicBezTo>
                    <a:pt x="1022" y="679"/>
                    <a:pt x="1020" y="706"/>
                    <a:pt x="1002" y="722"/>
                  </a:cubicBezTo>
                  <a:cubicBezTo>
                    <a:pt x="984" y="737"/>
                    <a:pt x="957" y="734"/>
                    <a:pt x="941" y="716"/>
                  </a:cubicBezTo>
                  <a:cubicBezTo>
                    <a:pt x="928" y="700"/>
                    <a:pt x="928" y="677"/>
                    <a:pt x="940" y="662"/>
                  </a:cubicBezTo>
                  <a:lnTo>
                    <a:pt x="810" y="507"/>
                  </a:lnTo>
                  <a:lnTo>
                    <a:pt x="797" y="518"/>
                  </a:lnTo>
                  <a:lnTo>
                    <a:pt x="889" y="770"/>
                  </a:lnTo>
                  <a:lnTo>
                    <a:pt x="974" y="828"/>
                  </a:lnTo>
                  <a:lnTo>
                    <a:pt x="1111" y="712"/>
                  </a:lnTo>
                  <a:lnTo>
                    <a:pt x="1069" y="618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1A3D0"/>
                </a:solidFill>
              </a:endParaRPr>
            </a:p>
          </p:txBody>
        </p:sp>
      </p:grpSp>
      <p:sp>
        <p:nvSpPr>
          <p:cNvPr id="26" name="矩形 25"/>
          <p:cNvSpPr/>
          <p:nvPr userDrawn="1"/>
        </p:nvSpPr>
        <p:spPr>
          <a:xfrm>
            <a:off x="1" y="3111689"/>
            <a:ext cx="368490" cy="1924335"/>
          </a:xfrm>
          <a:prstGeom prst="rect">
            <a:avLst/>
          </a:prstGeom>
          <a:solidFill>
            <a:srgbClr val="17406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+mn-cs"/>
            </a:endParaRPr>
          </a:p>
        </p:txBody>
      </p:sp>
      <p:grpSp>
        <p:nvGrpSpPr>
          <p:cNvPr id="36" name="组合 35"/>
          <p:cNvGrpSpPr/>
          <p:nvPr userDrawn="1"/>
        </p:nvGrpSpPr>
        <p:grpSpPr>
          <a:xfrm>
            <a:off x="287628" y="196812"/>
            <a:ext cx="3572314" cy="866846"/>
            <a:chOff x="583188" y="474517"/>
            <a:chExt cx="4358865" cy="1057708"/>
          </a:xfrm>
        </p:grpSpPr>
        <p:pic>
          <p:nvPicPr>
            <p:cNvPr id="31" name="图片 30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3188" y="474517"/>
              <a:ext cx="1029183" cy="1057708"/>
            </a:xfrm>
            <a:prstGeom prst="rect">
              <a:avLst/>
            </a:prstGeom>
          </p:spPr>
        </p:pic>
        <p:pic>
          <p:nvPicPr>
            <p:cNvPr id="33" name="图片 32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1055" y="480028"/>
              <a:ext cx="2920490" cy="761353"/>
            </a:xfrm>
            <a:prstGeom prst="rect">
              <a:avLst/>
            </a:prstGeom>
          </p:spPr>
        </p:pic>
        <p:sp>
          <p:nvSpPr>
            <p:cNvPr id="34" name="矩形 33"/>
            <p:cNvSpPr/>
            <p:nvPr userDrawn="1"/>
          </p:nvSpPr>
          <p:spPr>
            <a:xfrm>
              <a:off x="1700548" y="1241379"/>
              <a:ext cx="3241505" cy="2816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900" b="1" kern="100" spc="-80" baseline="0" dirty="0">
                  <a:solidFill>
                    <a:srgbClr val="36456E"/>
                  </a:solidFill>
                  <a:latin typeface="微软雅黑" panose="020B0503020204020204" charset="-122"/>
                  <a:ea typeface="微软雅黑" panose="020B0503020204020204" charset="-122"/>
                </a:rPr>
                <a:t>BEIJING UNIVERSITY OF CHEMICAL TECHNOLOGY</a:t>
              </a:r>
            </a:p>
          </p:txBody>
        </p:sp>
      </p:grpSp>
      <p:pic>
        <p:nvPicPr>
          <p:cNvPr id="39" name="图片 38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15"/>
          <a:stretch>
            <a:fillRect/>
          </a:stretch>
        </p:blipFill>
        <p:spPr>
          <a:xfrm>
            <a:off x="6972301" y="1725722"/>
            <a:ext cx="5219700" cy="354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7933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 userDrawn="1"/>
        </p:nvSpPr>
        <p:spPr>
          <a:xfrm>
            <a:off x="0" y="1846666"/>
            <a:ext cx="4038600" cy="4258349"/>
          </a:xfrm>
          <a:prstGeom prst="rect">
            <a:avLst/>
          </a:prstGeom>
          <a:solidFill>
            <a:srgbClr val="1740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5B7C-9CA1-4257-8EBB-4A49DF31859F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C7477-D746-4D99-BFA2-807D366EBA98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20" name="组合 19"/>
          <p:cNvGrpSpPr/>
          <p:nvPr userDrawn="1"/>
        </p:nvGrpSpPr>
        <p:grpSpPr>
          <a:xfrm>
            <a:off x="0" y="696036"/>
            <a:ext cx="1473958" cy="573206"/>
            <a:chOff x="0" y="696036"/>
            <a:chExt cx="1473958" cy="573206"/>
          </a:xfrm>
        </p:grpSpPr>
        <p:sp>
          <p:nvSpPr>
            <p:cNvPr id="21" name="矩形 20"/>
            <p:cNvSpPr/>
            <p:nvPr/>
          </p:nvSpPr>
          <p:spPr>
            <a:xfrm>
              <a:off x="0" y="696036"/>
              <a:ext cx="1473958" cy="573206"/>
            </a:xfrm>
            <a:prstGeom prst="rect">
              <a:avLst/>
            </a:prstGeom>
            <a:solidFill>
              <a:srgbClr val="17406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54591" y="751806"/>
              <a:ext cx="10781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mpact" panose="020B0806030902050204" pitchFamily="34" charset="0"/>
                  <a:ea typeface="微软雅黑" panose="020B0503020204020204" charset="-122"/>
                </a:rPr>
                <a:t>目 录</a:t>
              </a:r>
            </a:p>
          </p:txBody>
        </p:sp>
      </p:grpSp>
      <p:sp>
        <p:nvSpPr>
          <p:cNvPr id="23" name="文本框 22"/>
          <p:cNvSpPr txBox="1"/>
          <p:nvPr userDrawn="1"/>
        </p:nvSpPr>
        <p:spPr>
          <a:xfrm>
            <a:off x="1528549" y="696036"/>
            <a:ext cx="25657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rgbClr val="17406D"/>
                </a:solidFill>
                <a:latin typeface="Impact" panose="020B0806030902050204" pitchFamily="34" charset="0"/>
                <a:ea typeface="微软雅黑" panose="020B0503020204020204" charset="-122"/>
              </a:rPr>
              <a:t>C</a:t>
            </a:r>
            <a:r>
              <a:rPr lang="en-US" altLang="zh-CN" sz="2000" b="1" dirty="0">
                <a:solidFill>
                  <a:srgbClr val="17406D"/>
                </a:solidFill>
                <a:latin typeface="Impact" panose="020B0806030902050204" pitchFamily="34" charset="0"/>
                <a:ea typeface="微软雅黑" panose="020B0503020204020204" charset="-122"/>
              </a:rPr>
              <a:t>ONTENT</a:t>
            </a:r>
            <a:endParaRPr lang="zh-CN" altLang="en-US" sz="2000" b="1" dirty="0">
              <a:solidFill>
                <a:srgbClr val="17406D"/>
              </a:solidFill>
              <a:latin typeface="Impact" panose="020B0806030902050204" pitchFamily="34" charset="0"/>
              <a:ea typeface="微软雅黑" panose="020B0503020204020204" charset="-122"/>
            </a:endParaRPr>
          </a:p>
        </p:txBody>
      </p:sp>
      <p:sp>
        <p:nvSpPr>
          <p:cNvPr id="34" name="矩形 33"/>
          <p:cNvSpPr/>
          <p:nvPr userDrawn="1"/>
        </p:nvSpPr>
        <p:spPr>
          <a:xfrm>
            <a:off x="4038600" y="1846666"/>
            <a:ext cx="8153400" cy="4258349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10091" y="670367"/>
            <a:ext cx="2506719" cy="624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0684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5B7C-9CA1-4257-8EBB-4A49DF31859F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C7477-D746-4D99-BFA2-807D366EBA9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5" name="Freeform 6"/>
          <p:cNvSpPr>
            <a:spLocks noEditPoints="1"/>
          </p:cNvSpPr>
          <p:nvPr/>
        </p:nvSpPr>
        <p:spPr bwMode="auto">
          <a:xfrm>
            <a:off x="1315265" y="2644042"/>
            <a:ext cx="2344915" cy="2222446"/>
          </a:xfrm>
          <a:custGeom>
            <a:avLst/>
            <a:gdLst>
              <a:gd name="T0" fmla="*/ 1391 w 2783"/>
              <a:gd name="T1" fmla="*/ 0 h 2783"/>
              <a:gd name="T2" fmla="*/ 0 w 2783"/>
              <a:gd name="T3" fmla="*/ 1391 h 2783"/>
              <a:gd name="T4" fmla="*/ 1391 w 2783"/>
              <a:gd name="T5" fmla="*/ 2783 h 2783"/>
              <a:gd name="T6" fmla="*/ 2783 w 2783"/>
              <a:gd name="T7" fmla="*/ 1391 h 2783"/>
              <a:gd name="T8" fmla="*/ 1391 w 2783"/>
              <a:gd name="T9" fmla="*/ 0 h 2783"/>
              <a:gd name="T10" fmla="*/ 1391 w 2783"/>
              <a:gd name="T11" fmla="*/ 55 h 2783"/>
              <a:gd name="T12" fmla="*/ 55 w 2783"/>
              <a:gd name="T13" fmla="*/ 1391 h 2783"/>
              <a:gd name="T14" fmla="*/ 1391 w 2783"/>
              <a:gd name="T15" fmla="*/ 2728 h 2783"/>
              <a:gd name="T16" fmla="*/ 2728 w 2783"/>
              <a:gd name="T17" fmla="*/ 1391 h 2783"/>
              <a:gd name="T18" fmla="*/ 1391 w 2783"/>
              <a:gd name="T19" fmla="*/ 55 h 27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783" h="2783">
                <a:moveTo>
                  <a:pt x="1391" y="0"/>
                </a:moveTo>
                <a:cubicBezTo>
                  <a:pt x="623" y="0"/>
                  <a:pt x="0" y="623"/>
                  <a:pt x="0" y="1391"/>
                </a:cubicBezTo>
                <a:cubicBezTo>
                  <a:pt x="0" y="2160"/>
                  <a:pt x="623" y="2783"/>
                  <a:pt x="1391" y="2783"/>
                </a:cubicBezTo>
                <a:cubicBezTo>
                  <a:pt x="2160" y="2783"/>
                  <a:pt x="2783" y="2160"/>
                  <a:pt x="2783" y="1391"/>
                </a:cubicBezTo>
                <a:cubicBezTo>
                  <a:pt x="2783" y="623"/>
                  <a:pt x="2160" y="0"/>
                  <a:pt x="1391" y="0"/>
                </a:cubicBezTo>
                <a:close/>
                <a:moveTo>
                  <a:pt x="1391" y="55"/>
                </a:moveTo>
                <a:cubicBezTo>
                  <a:pt x="654" y="55"/>
                  <a:pt x="55" y="654"/>
                  <a:pt x="55" y="1391"/>
                </a:cubicBezTo>
                <a:cubicBezTo>
                  <a:pt x="55" y="2129"/>
                  <a:pt x="654" y="2728"/>
                  <a:pt x="1391" y="2728"/>
                </a:cubicBezTo>
                <a:cubicBezTo>
                  <a:pt x="2129" y="2728"/>
                  <a:pt x="2728" y="2129"/>
                  <a:pt x="2728" y="1391"/>
                </a:cubicBezTo>
                <a:cubicBezTo>
                  <a:pt x="2728" y="654"/>
                  <a:pt x="2129" y="55"/>
                  <a:pt x="1391" y="55"/>
                </a:cubicBezTo>
                <a:close/>
              </a:path>
            </a:pathLst>
          </a:custGeom>
          <a:solidFill>
            <a:srgbClr val="0070C0"/>
          </a:solidFill>
          <a:ln>
            <a:solidFill>
              <a:srgbClr val="002060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21A3D0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grpSp>
        <p:nvGrpSpPr>
          <p:cNvPr id="37" name="组合 36"/>
          <p:cNvGrpSpPr/>
          <p:nvPr userDrawn="1"/>
        </p:nvGrpSpPr>
        <p:grpSpPr>
          <a:xfrm>
            <a:off x="1597271" y="312405"/>
            <a:ext cx="2656580" cy="854799"/>
            <a:chOff x="1700548" y="480028"/>
            <a:chExt cx="3241505" cy="1043007"/>
          </a:xfrm>
        </p:grpSpPr>
        <p:pic>
          <p:nvPicPr>
            <p:cNvPr id="39" name="图片 3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1055" y="480028"/>
              <a:ext cx="2920490" cy="761353"/>
            </a:xfrm>
            <a:prstGeom prst="rect">
              <a:avLst/>
            </a:prstGeom>
          </p:spPr>
        </p:pic>
        <p:sp>
          <p:nvSpPr>
            <p:cNvPr id="40" name="矩形 39"/>
            <p:cNvSpPr/>
            <p:nvPr userDrawn="1"/>
          </p:nvSpPr>
          <p:spPr>
            <a:xfrm>
              <a:off x="1700548" y="1241379"/>
              <a:ext cx="3241505" cy="28165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900" b="1" kern="100" spc="-80" baseline="0" dirty="0">
                  <a:solidFill>
                    <a:srgbClr val="36456E"/>
                  </a:solidFill>
                  <a:latin typeface="微软雅黑" panose="020B0503020204020204" charset="-122"/>
                  <a:ea typeface="微软雅黑" panose="020B0503020204020204" charset="-122"/>
                </a:rPr>
                <a:t>BEIJING UNIVERSITY OF CHEMICAL TECHNOLOGY</a:t>
              </a:r>
            </a:p>
          </p:txBody>
        </p:sp>
      </p:grpSp>
      <p:grpSp>
        <p:nvGrpSpPr>
          <p:cNvPr id="48" name="组合 47"/>
          <p:cNvGrpSpPr/>
          <p:nvPr userDrawn="1"/>
        </p:nvGrpSpPr>
        <p:grpSpPr>
          <a:xfrm>
            <a:off x="533279" y="251113"/>
            <a:ext cx="977385" cy="977385"/>
            <a:chOff x="6725180" y="763885"/>
            <a:chExt cx="674999" cy="674999"/>
          </a:xfrm>
          <a:solidFill>
            <a:srgbClr val="17406D"/>
          </a:solidFill>
        </p:grpSpPr>
        <p:sp>
          <p:nvSpPr>
            <p:cNvPr id="49" name="椭圆 48"/>
            <p:cNvSpPr/>
            <p:nvPr/>
          </p:nvSpPr>
          <p:spPr>
            <a:xfrm>
              <a:off x="6725180" y="763885"/>
              <a:ext cx="674999" cy="674999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6889470" y="927651"/>
              <a:ext cx="223363" cy="223363"/>
            </a:xfrm>
            <a:prstGeom prst="rect">
              <a:avLst/>
            </a:prstGeom>
            <a:grp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7041870" y="1080051"/>
              <a:ext cx="223363" cy="223363"/>
            </a:xfrm>
            <a:prstGeom prst="rect">
              <a:avLst/>
            </a:prstGeom>
            <a:grp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38845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5B7C-9CA1-4257-8EBB-4A49DF31859F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C7477-D746-4D99-BFA2-807D366EBA9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03" name="直接连接符 302"/>
          <p:cNvCxnSpPr/>
          <p:nvPr userDrawn="1"/>
        </p:nvCxnSpPr>
        <p:spPr>
          <a:xfrm>
            <a:off x="2676524" y="1780912"/>
            <a:ext cx="0" cy="4476466"/>
          </a:xfrm>
          <a:prstGeom prst="line">
            <a:avLst/>
          </a:prstGeom>
          <a:noFill/>
          <a:ln w="6350" cap="flat" cmpd="sng" algn="ctr">
            <a:solidFill>
              <a:srgbClr val="0F6FC6"/>
            </a:solidFill>
            <a:prstDash val="solid"/>
            <a:miter lim="800000"/>
          </a:ln>
          <a:effectLst/>
        </p:spPr>
      </p:cxnSp>
      <p:sp>
        <p:nvSpPr>
          <p:cNvPr id="305" name="矩形 304"/>
          <p:cNvSpPr/>
          <p:nvPr userDrawn="1"/>
        </p:nvSpPr>
        <p:spPr>
          <a:xfrm>
            <a:off x="0" y="0"/>
            <a:ext cx="12192000" cy="1119117"/>
          </a:xfrm>
          <a:prstGeom prst="rect">
            <a:avLst/>
          </a:prstGeom>
          <a:solidFill>
            <a:srgbClr val="0F6FC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+mn-cs"/>
            </a:endParaRPr>
          </a:p>
        </p:txBody>
      </p:sp>
      <p:sp>
        <p:nvSpPr>
          <p:cNvPr id="306" name="矩形 305"/>
          <p:cNvSpPr/>
          <p:nvPr userDrawn="1"/>
        </p:nvSpPr>
        <p:spPr>
          <a:xfrm>
            <a:off x="1180530" y="1"/>
            <a:ext cx="1119117" cy="1470726"/>
          </a:xfrm>
          <a:prstGeom prst="rect">
            <a:avLst/>
          </a:prstGeom>
          <a:solidFill>
            <a:srgbClr val="17406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+mn-cs"/>
            </a:endParaRPr>
          </a:p>
        </p:txBody>
      </p:sp>
      <p:sp>
        <p:nvSpPr>
          <p:cNvPr id="307" name="直角三角形 306"/>
          <p:cNvSpPr/>
          <p:nvPr userDrawn="1"/>
        </p:nvSpPr>
        <p:spPr>
          <a:xfrm rot="5400000">
            <a:off x="2312279" y="1106484"/>
            <a:ext cx="351612" cy="376878"/>
          </a:xfrm>
          <a:prstGeom prst="rtTriangle">
            <a:avLst/>
          </a:prstGeom>
          <a:solidFill>
            <a:sysClr val="windowText" lastClr="000000">
              <a:lumMod val="50000"/>
              <a:lumOff val="50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+mn-cs"/>
            </a:endParaRPr>
          </a:p>
        </p:txBody>
      </p:sp>
      <p:pic>
        <p:nvPicPr>
          <p:cNvPr id="10" name="Picture 4" descr="未标题-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7644" y="472686"/>
            <a:ext cx="2009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70653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参考文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5B7C-9CA1-4257-8EBB-4A49DF31859F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C7477-D746-4D99-BFA2-807D366EBA9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064957" y="728592"/>
            <a:ext cx="2292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17406D"/>
                </a:solidFill>
                <a:latin typeface="Calibri" panose="020F0502020204030204"/>
                <a:ea typeface="微软雅黑" panose="020B0503020204020204" charset="-122"/>
              </a:rPr>
              <a:t>参考文献</a:t>
            </a: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duotone>
              <a:srgbClr val="0F6FC6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616" y="549495"/>
            <a:ext cx="719341" cy="720000"/>
          </a:xfrm>
          <a:prstGeom prst="rect">
            <a:avLst/>
          </a:prstGeom>
          <a:noFill/>
        </p:spPr>
      </p:pic>
      <p:sp>
        <p:nvSpPr>
          <p:cNvPr id="15" name="矩形 14"/>
          <p:cNvSpPr/>
          <p:nvPr userDrawn="1"/>
        </p:nvSpPr>
        <p:spPr>
          <a:xfrm>
            <a:off x="3098476" y="1246972"/>
            <a:ext cx="9093524" cy="45719"/>
          </a:xfrm>
          <a:prstGeom prst="rect">
            <a:avLst/>
          </a:prstGeom>
          <a:solidFill>
            <a:srgbClr val="0F6FC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17406D"/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9963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357D-114D-4093-AC30-4F5DA85E50FF}" type="datetime1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15994" y="6452772"/>
            <a:ext cx="2743200" cy="365125"/>
          </a:xfrm>
        </p:spPr>
        <p:txBody>
          <a:bodyPr/>
          <a:lstStyle/>
          <a:p>
            <a:fld id="{4A99A888-F0A6-497F-A203-744BF10280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5687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00"/>
    </mc:Choice>
    <mc:Fallback xmlns="">
      <p:transition spd="slow" advTm="400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1152797" y="6453406"/>
            <a:ext cx="2743200" cy="365125"/>
          </a:xfrm>
        </p:spPr>
        <p:txBody>
          <a:bodyPr/>
          <a:lstStyle/>
          <a:p>
            <a:fld id="{158230C4-9BED-45EB-8486-A99592986CA5}" type="datetime1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871855" y="6453686"/>
            <a:ext cx="2743200" cy="365125"/>
          </a:xfrm>
        </p:spPr>
        <p:txBody>
          <a:bodyPr/>
          <a:lstStyle/>
          <a:p>
            <a:fld id="{4A99A888-F0A6-497F-A203-744BF10280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3241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00"/>
    </mc:Choice>
    <mc:Fallback xmlns="">
      <p:transition spd="slow" advTm="400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18C73-B78D-4729-8A50-58B9927C3C68}" type="datetime1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A888-F0A6-497F-A203-744BF10280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7941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00"/>
    </mc:Choice>
    <mc:Fallback xmlns="">
      <p:transition spd="slow" advTm="4000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D82C6-8E6D-469C-9F9B-D9F91A6765AB}" type="datetime1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A888-F0A6-497F-A203-744BF10280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5797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00"/>
    </mc:Choice>
    <mc:Fallback xmlns="">
      <p:transition spd="slow" advTm="4000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2F5F9-AF03-4FC8-B42B-C746736CF6CD}" type="datetime1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A888-F0A6-497F-A203-744BF10280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9414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00"/>
    </mc:Choice>
    <mc:Fallback xmlns="">
      <p:transition spd="slow" advTm="4000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D86C-E11A-45D8-939A-264AAAB5E60C}" type="datetime1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A888-F0A6-497F-A203-744BF10280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5010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00"/>
    </mc:Choice>
    <mc:Fallback xmlns="">
      <p:transition spd="slow" advTm="4000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67F0C-0324-4F1C-8F93-95FEB7EF8A81}" type="datetime1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A888-F0A6-497F-A203-744BF10280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8188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00"/>
    </mc:Choice>
    <mc:Fallback xmlns="">
      <p:transition spd="slow" advTm="4000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6B276-62C5-4CD4-B7BF-0B583A646804}" type="datetime1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A888-F0A6-497F-A203-744BF10280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5523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00"/>
    </mc:Choice>
    <mc:Fallback xmlns="">
      <p:transition spd="slow" advTm="4000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FA087-95EF-4483-922D-1A21C7DE66EB}" type="datetime1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A888-F0A6-497F-A203-744BF10280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1524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00"/>
    </mc:Choice>
    <mc:Fallback xmlns="">
      <p:transition spd="slow" advTm="4000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84731-DB02-42A7-806D-82C4A5771673}" type="datetime1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A888-F0A6-497F-A203-744BF10280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762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00"/>
    </mc:Choice>
    <mc:Fallback xmlns="">
      <p:transition spd="slow" advTm="4000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2655C-65D4-4B24-A20C-0F909C0DDDA5}" type="datetime1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A888-F0A6-497F-A203-744BF10280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5744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00"/>
    </mc:Choice>
    <mc:Fallback xmlns="">
      <p:transition spd="slow" advTm="4000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5B7C-9CA1-4257-8EBB-4A49DF31859F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C7477-D746-4D99-BFA2-807D366EBA9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5" name="Freeform 6"/>
          <p:cNvSpPr>
            <a:spLocks noEditPoints="1"/>
          </p:cNvSpPr>
          <p:nvPr/>
        </p:nvSpPr>
        <p:spPr bwMode="auto">
          <a:xfrm>
            <a:off x="1315265" y="2644042"/>
            <a:ext cx="2344915" cy="2222446"/>
          </a:xfrm>
          <a:custGeom>
            <a:avLst/>
            <a:gdLst>
              <a:gd name="T0" fmla="*/ 1391 w 2783"/>
              <a:gd name="T1" fmla="*/ 0 h 2783"/>
              <a:gd name="T2" fmla="*/ 0 w 2783"/>
              <a:gd name="T3" fmla="*/ 1391 h 2783"/>
              <a:gd name="T4" fmla="*/ 1391 w 2783"/>
              <a:gd name="T5" fmla="*/ 2783 h 2783"/>
              <a:gd name="T6" fmla="*/ 2783 w 2783"/>
              <a:gd name="T7" fmla="*/ 1391 h 2783"/>
              <a:gd name="T8" fmla="*/ 1391 w 2783"/>
              <a:gd name="T9" fmla="*/ 0 h 2783"/>
              <a:gd name="T10" fmla="*/ 1391 w 2783"/>
              <a:gd name="T11" fmla="*/ 55 h 2783"/>
              <a:gd name="T12" fmla="*/ 55 w 2783"/>
              <a:gd name="T13" fmla="*/ 1391 h 2783"/>
              <a:gd name="T14" fmla="*/ 1391 w 2783"/>
              <a:gd name="T15" fmla="*/ 2728 h 2783"/>
              <a:gd name="T16" fmla="*/ 2728 w 2783"/>
              <a:gd name="T17" fmla="*/ 1391 h 2783"/>
              <a:gd name="T18" fmla="*/ 1391 w 2783"/>
              <a:gd name="T19" fmla="*/ 55 h 27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783" h="2783">
                <a:moveTo>
                  <a:pt x="1391" y="0"/>
                </a:moveTo>
                <a:cubicBezTo>
                  <a:pt x="623" y="0"/>
                  <a:pt x="0" y="623"/>
                  <a:pt x="0" y="1391"/>
                </a:cubicBezTo>
                <a:cubicBezTo>
                  <a:pt x="0" y="2160"/>
                  <a:pt x="623" y="2783"/>
                  <a:pt x="1391" y="2783"/>
                </a:cubicBezTo>
                <a:cubicBezTo>
                  <a:pt x="2160" y="2783"/>
                  <a:pt x="2783" y="2160"/>
                  <a:pt x="2783" y="1391"/>
                </a:cubicBezTo>
                <a:cubicBezTo>
                  <a:pt x="2783" y="623"/>
                  <a:pt x="2160" y="0"/>
                  <a:pt x="1391" y="0"/>
                </a:cubicBezTo>
                <a:close/>
                <a:moveTo>
                  <a:pt x="1391" y="55"/>
                </a:moveTo>
                <a:cubicBezTo>
                  <a:pt x="654" y="55"/>
                  <a:pt x="55" y="654"/>
                  <a:pt x="55" y="1391"/>
                </a:cubicBezTo>
                <a:cubicBezTo>
                  <a:pt x="55" y="2129"/>
                  <a:pt x="654" y="2728"/>
                  <a:pt x="1391" y="2728"/>
                </a:cubicBezTo>
                <a:cubicBezTo>
                  <a:pt x="2129" y="2728"/>
                  <a:pt x="2728" y="2129"/>
                  <a:pt x="2728" y="1391"/>
                </a:cubicBezTo>
                <a:cubicBezTo>
                  <a:pt x="2728" y="654"/>
                  <a:pt x="2129" y="55"/>
                  <a:pt x="1391" y="55"/>
                </a:cubicBezTo>
                <a:close/>
              </a:path>
            </a:pathLst>
          </a:custGeom>
          <a:solidFill>
            <a:srgbClr val="0070C0"/>
          </a:solidFill>
          <a:ln>
            <a:solidFill>
              <a:srgbClr val="002060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21A3D0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grpSp>
        <p:nvGrpSpPr>
          <p:cNvPr id="37" name="组合 36"/>
          <p:cNvGrpSpPr/>
          <p:nvPr userDrawn="1"/>
        </p:nvGrpSpPr>
        <p:grpSpPr>
          <a:xfrm>
            <a:off x="1597271" y="312405"/>
            <a:ext cx="2656580" cy="854799"/>
            <a:chOff x="1700548" y="480028"/>
            <a:chExt cx="3241505" cy="1043007"/>
          </a:xfrm>
        </p:grpSpPr>
        <p:pic>
          <p:nvPicPr>
            <p:cNvPr id="39" name="图片 3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1055" y="480028"/>
              <a:ext cx="2920490" cy="761353"/>
            </a:xfrm>
            <a:prstGeom prst="rect">
              <a:avLst/>
            </a:prstGeom>
          </p:spPr>
        </p:pic>
        <p:sp>
          <p:nvSpPr>
            <p:cNvPr id="40" name="矩形 39"/>
            <p:cNvSpPr/>
            <p:nvPr userDrawn="1"/>
          </p:nvSpPr>
          <p:spPr>
            <a:xfrm>
              <a:off x="1700548" y="1241379"/>
              <a:ext cx="3241505" cy="28165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900" b="1" kern="100" spc="-80" baseline="0" dirty="0">
                  <a:solidFill>
                    <a:srgbClr val="36456E"/>
                  </a:solidFill>
                  <a:latin typeface="微软雅黑" panose="020B0503020204020204" charset="-122"/>
                  <a:ea typeface="微软雅黑" panose="020B0503020204020204" charset="-122"/>
                </a:rPr>
                <a:t>BEIJING UNIVERSITY OF CHEMICAL TECHNOLOGY</a:t>
              </a:r>
            </a:p>
          </p:txBody>
        </p:sp>
      </p:grpSp>
      <p:grpSp>
        <p:nvGrpSpPr>
          <p:cNvPr id="48" name="组合 47"/>
          <p:cNvGrpSpPr/>
          <p:nvPr userDrawn="1"/>
        </p:nvGrpSpPr>
        <p:grpSpPr>
          <a:xfrm>
            <a:off x="533279" y="251113"/>
            <a:ext cx="977385" cy="977385"/>
            <a:chOff x="6725180" y="763885"/>
            <a:chExt cx="674999" cy="674999"/>
          </a:xfrm>
          <a:solidFill>
            <a:srgbClr val="17406D"/>
          </a:solidFill>
        </p:grpSpPr>
        <p:sp>
          <p:nvSpPr>
            <p:cNvPr id="49" name="椭圆 48"/>
            <p:cNvSpPr/>
            <p:nvPr/>
          </p:nvSpPr>
          <p:spPr>
            <a:xfrm>
              <a:off x="6725180" y="763885"/>
              <a:ext cx="674999" cy="674999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6889470" y="927651"/>
              <a:ext cx="223363" cy="223363"/>
            </a:xfrm>
            <a:prstGeom prst="rect">
              <a:avLst/>
            </a:prstGeom>
            <a:grp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7041870" y="1080051"/>
              <a:ext cx="223363" cy="223363"/>
            </a:xfrm>
            <a:prstGeom prst="rect">
              <a:avLst/>
            </a:prstGeom>
            <a:grpFill/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064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00"/>
    </mc:Choice>
    <mc:Fallback xmlns="">
      <p:transition spd="slow" advTm="4000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5B7C-9CA1-4257-8EBB-4A49DF31859F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C7477-D746-4D99-BFA2-807D366EBA98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9111947" y="351889"/>
            <a:ext cx="465708" cy="472063"/>
            <a:chOff x="4796805" y="-215900"/>
            <a:chExt cx="2093913" cy="2122488"/>
          </a:xfrm>
          <a:solidFill>
            <a:srgbClr val="0070C0"/>
          </a:solidFill>
        </p:grpSpPr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4796805" y="-215900"/>
              <a:ext cx="2093913" cy="2122488"/>
            </a:xfrm>
            <a:custGeom>
              <a:avLst/>
              <a:gdLst>
                <a:gd name="T0" fmla="*/ 1391 w 2783"/>
                <a:gd name="T1" fmla="*/ 0 h 2783"/>
                <a:gd name="T2" fmla="*/ 0 w 2783"/>
                <a:gd name="T3" fmla="*/ 1391 h 2783"/>
                <a:gd name="T4" fmla="*/ 1391 w 2783"/>
                <a:gd name="T5" fmla="*/ 2783 h 2783"/>
                <a:gd name="T6" fmla="*/ 2783 w 2783"/>
                <a:gd name="T7" fmla="*/ 1391 h 2783"/>
                <a:gd name="T8" fmla="*/ 1391 w 2783"/>
                <a:gd name="T9" fmla="*/ 0 h 2783"/>
                <a:gd name="T10" fmla="*/ 1391 w 2783"/>
                <a:gd name="T11" fmla="*/ 55 h 2783"/>
                <a:gd name="T12" fmla="*/ 55 w 2783"/>
                <a:gd name="T13" fmla="*/ 1391 h 2783"/>
                <a:gd name="T14" fmla="*/ 1391 w 2783"/>
                <a:gd name="T15" fmla="*/ 2728 h 2783"/>
                <a:gd name="T16" fmla="*/ 2728 w 2783"/>
                <a:gd name="T17" fmla="*/ 1391 h 2783"/>
                <a:gd name="T18" fmla="*/ 1391 w 2783"/>
                <a:gd name="T19" fmla="*/ 55 h 2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83" h="2783">
                  <a:moveTo>
                    <a:pt x="1391" y="0"/>
                  </a:moveTo>
                  <a:cubicBezTo>
                    <a:pt x="623" y="0"/>
                    <a:pt x="0" y="623"/>
                    <a:pt x="0" y="1391"/>
                  </a:cubicBezTo>
                  <a:cubicBezTo>
                    <a:pt x="0" y="2160"/>
                    <a:pt x="623" y="2783"/>
                    <a:pt x="1391" y="2783"/>
                  </a:cubicBezTo>
                  <a:cubicBezTo>
                    <a:pt x="2160" y="2783"/>
                    <a:pt x="2783" y="2160"/>
                    <a:pt x="2783" y="1391"/>
                  </a:cubicBezTo>
                  <a:cubicBezTo>
                    <a:pt x="2783" y="623"/>
                    <a:pt x="2160" y="0"/>
                    <a:pt x="1391" y="0"/>
                  </a:cubicBezTo>
                  <a:close/>
                  <a:moveTo>
                    <a:pt x="1391" y="55"/>
                  </a:moveTo>
                  <a:cubicBezTo>
                    <a:pt x="654" y="55"/>
                    <a:pt x="55" y="654"/>
                    <a:pt x="55" y="1391"/>
                  </a:cubicBezTo>
                  <a:cubicBezTo>
                    <a:pt x="55" y="2129"/>
                    <a:pt x="654" y="2728"/>
                    <a:pt x="1391" y="2728"/>
                  </a:cubicBezTo>
                  <a:cubicBezTo>
                    <a:pt x="2129" y="2728"/>
                    <a:pt x="2728" y="2129"/>
                    <a:pt x="2728" y="1391"/>
                  </a:cubicBezTo>
                  <a:cubicBezTo>
                    <a:pt x="2728" y="654"/>
                    <a:pt x="2129" y="55"/>
                    <a:pt x="1391" y="55"/>
                  </a:cubicBezTo>
                  <a:close/>
                </a:path>
              </a:pathLst>
            </a:custGeom>
            <a:grpFill/>
            <a:ln>
              <a:solidFill>
                <a:srgbClr val="002060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1A3D0"/>
                </a:solidFill>
              </a:endParaRPr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 bwMode="auto">
            <a:xfrm>
              <a:off x="5168280" y="0"/>
              <a:ext cx="1360488" cy="1641475"/>
            </a:xfrm>
            <a:custGeom>
              <a:avLst/>
              <a:gdLst>
                <a:gd name="T0" fmla="*/ 870 w 1809"/>
                <a:gd name="T1" fmla="*/ 879 h 2152"/>
                <a:gd name="T2" fmla="*/ 870 w 1809"/>
                <a:gd name="T3" fmla="*/ 2152 h 2152"/>
                <a:gd name="T4" fmla="*/ 1809 w 1809"/>
                <a:gd name="T5" fmla="*/ 1820 h 2152"/>
                <a:gd name="T6" fmla="*/ 1809 w 1809"/>
                <a:gd name="T7" fmla="*/ 547 h 2152"/>
                <a:gd name="T8" fmla="*/ 870 w 1809"/>
                <a:gd name="T9" fmla="*/ 879 h 2152"/>
                <a:gd name="T10" fmla="*/ 785 w 1809"/>
                <a:gd name="T11" fmla="*/ 961 h 2152"/>
                <a:gd name="T12" fmla="*/ 785 w 1809"/>
                <a:gd name="T13" fmla="*/ 1138 h 2152"/>
                <a:gd name="T14" fmla="*/ 613 w 1809"/>
                <a:gd name="T15" fmla="*/ 1053 h 2152"/>
                <a:gd name="T16" fmla="*/ 613 w 1809"/>
                <a:gd name="T17" fmla="*/ 864 h 2152"/>
                <a:gd name="T18" fmla="*/ 785 w 1809"/>
                <a:gd name="T19" fmla="*/ 961 h 2152"/>
                <a:gd name="T20" fmla="*/ 1555 w 1809"/>
                <a:gd name="T21" fmla="*/ 410 h 2152"/>
                <a:gd name="T22" fmla="*/ 1507 w 1809"/>
                <a:gd name="T23" fmla="*/ 386 h 2152"/>
                <a:gd name="T24" fmla="*/ 602 w 1809"/>
                <a:gd name="T25" fmla="*/ 700 h 2152"/>
                <a:gd name="T26" fmla="*/ 576 w 1809"/>
                <a:gd name="T27" fmla="*/ 724 h 2152"/>
                <a:gd name="T28" fmla="*/ 576 w 1809"/>
                <a:gd name="T29" fmla="*/ 2017 h 2152"/>
                <a:gd name="T30" fmla="*/ 822 w 1809"/>
                <a:gd name="T31" fmla="*/ 2149 h 2152"/>
                <a:gd name="T32" fmla="*/ 822 w 1809"/>
                <a:gd name="T33" fmla="*/ 879 h 2152"/>
                <a:gd name="T34" fmla="*/ 622 w 1809"/>
                <a:gd name="T35" fmla="*/ 772 h 2152"/>
                <a:gd name="T36" fmla="*/ 625 w 1809"/>
                <a:gd name="T37" fmla="*/ 772 h 2152"/>
                <a:gd name="T38" fmla="*/ 1531 w 1809"/>
                <a:gd name="T39" fmla="*/ 457 h 2152"/>
                <a:gd name="T40" fmla="*/ 1555 w 1809"/>
                <a:gd name="T41" fmla="*/ 410 h 2152"/>
                <a:gd name="T42" fmla="*/ 209 w 1809"/>
                <a:gd name="T43" fmla="*/ 581 h 2152"/>
                <a:gd name="T44" fmla="*/ 209 w 1809"/>
                <a:gd name="T45" fmla="*/ 758 h 2152"/>
                <a:gd name="T46" fmla="*/ 37 w 1809"/>
                <a:gd name="T47" fmla="*/ 673 h 2152"/>
                <a:gd name="T48" fmla="*/ 37 w 1809"/>
                <a:gd name="T49" fmla="*/ 484 h 2152"/>
                <a:gd name="T50" fmla="*/ 209 w 1809"/>
                <a:gd name="T51" fmla="*/ 581 h 2152"/>
                <a:gd name="T52" fmla="*/ 978 w 1809"/>
                <a:gd name="T53" fmla="*/ 30 h 2152"/>
                <a:gd name="T54" fmla="*/ 931 w 1809"/>
                <a:gd name="T55" fmla="*/ 6 h 2152"/>
                <a:gd name="T56" fmla="*/ 25 w 1809"/>
                <a:gd name="T57" fmla="*/ 321 h 2152"/>
                <a:gd name="T58" fmla="*/ 0 w 1809"/>
                <a:gd name="T59" fmla="*/ 344 h 2152"/>
                <a:gd name="T60" fmla="*/ 0 w 1809"/>
                <a:gd name="T61" fmla="*/ 1638 h 2152"/>
                <a:gd name="T62" fmla="*/ 246 w 1809"/>
                <a:gd name="T63" fmla="*/ 1770 h 2152"/>
                <a:gd name="T64" fmla="*/ 246 w 1809"/>
                <a:gd name="T65" fmla="*/ 500 h 2152"/>
                <a:gd name="T66" fmla="*/ 46 w 1809"/>
                <a:gd name="T67" fmla="*/ 393 h 2152"/>
                <a:gd name="T68" fmla="*/ 49 w 1809"/>
                <a:gd name="T69" fmla="*/ 392 h 2152"/>
                <a:gd name="T70" fmla="*/ 954 w 1809"/>
                <a:gd name="T71" fmla="*/ 77 h 2152"/>
                <a:gd name="T72" fmla="*/ 978 w 1809"/>
                <a:gd name="T73" fmla="*/ 30 h 2152"/>
                <a:gd name="T74" fmla="*/ 497 w 1809"/>
                <a:gd name="T75" fmla="*/ 781 h 2152"/>
                <a:gd name="T76" fmla="*/ 497 w 1809"/>
                <a:gd name="T77" fmla="*/ 958 h 2152"/>
                <a:gd name="T78" fmla="*/ 325 w 1809"/>
                <a:gd name="T79" fmla="*/ 873 h 2152"/>
                <a:gd name="T80" fmla="*/ 325 w 1809"/>
                <a:gd name="T81" fmla="*/ 684 h 2152"/>
                <a:gd name="T82" fmla="*/ 497 w 1809"/>
                <a:gd name="T83" fmla="*/ 781 h 2152"/>
                <a:gd name="T84" fmla="*/ 1266 w 1809"/>
                <a:gd name="T85" fmla="*/ 230 h 2152"/>
                <a:gd name="T86" fmla="*/ 1219 w 1809"/>
                <a:gd name="T87" fmla="*/ 206 h 2152"/>
                <a:gd name="T88" fmla="*/ 313 w 1809"/>
                <a:gd name="T89" fmla="*/ 520 h 2152"/>
                <a:gd name="T90" fmla="*/ 288 w 1809"/>
                <a:gd name="T91" fmla="*/ 544 h 2152"/>
                <a:gd name="T92" fmla="*/ 288 w 1809"/>
                <a:gd name="T93" fmla="*/ 1837 h 2152"/>
                <a:gd name="T94" fmla="*/ 534 w 1809"/>
                <a:gd name="T95" fmla="*/ 1969 h 2152"/>
                <a:gd name="T96" fmla="*/ 534 w 1809"/>
                <a:gd name="T97" fmla="*/ 699 h 2152"/>
                <a:gd name="T98" fmla="*/ 334 w 1809"/>
                <a:gd name="T99" fmla="*/ 592 h 2152"/>
                <a:gd name="T100" fmla="*/ 337 w 1809"/>
                <a:gd name="T101" fmla="*/ 592 h 2152"/>
                <a:gd name="T102" fmla="*/ 1243 w 1809"/>
                <a:gd name="T103" fmla="*/ 277 h 2152"/>
                <a:gd name="T104" fmla="*/ 1266 w 1809"/>
                <a:gd name="T105" fmla="*/ 230 h 2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809" h="2152">
                  <a:moveTo>
                    <a:pt x="870" y="879"/>
                  </a:moveTo>
                  <a:lnTo>
                    <a:pt x="870" y="2152"/>
                  </a:lnTo>
                  <a:lnTo>
                    <a:pt x="1809" y="1820"/>
                  </a:lnTo>
                  <a:lnTo>
                    <a:pt x="1809" y="547"/>
                  </a:lnTo>
                  <a:lnTo>
                    <a:pt x="870" y="879"/>
                  </a:lnTo>
                  <a:close/>
                  <a:moveTo>
                    <a:pt x="785" y="961"/>
                  </a:moveTo>
                  <a:lnTo>
                    <a:pt x="785" y="1138"/>
                  </a:lnTo>
                  <a:cubicBezTo>
                    <a:pt x="699" y="1121"/>
                    <a:pt x="613" y="1053"/>
                    <a:pt x="613" y="1053"/>
                  </a:cubicBezTo>
                  <a:lnTo>
                    <a:pt x="613" y="864"/>
                  </a:lnTo>
                  <a:cubicBezTo>
                    <a:pt x="719" y="950"/>
                    <a:pt x="785" y="961"/>
                    <a:pt x="785" y="961"/>
                  </a:cubicBezTo>
                  <a:close/>
                  <a:moveTo>
                    <a:pt x="1555" y="410"/>
                  </a:moveTo>
                  <a:cubicBezTo>
                    <a:pt x="1548" y="390"/>
                    <a:pt x="1527" y="379"/>
                    <a:pt x="1507" y="386"/>
                  </a:cubicBezTo>
                  <a:lnTo>
                    <a:pt x="602" y="700"/>
                  </a:lnTo>
                  <a:cubicBezTo>
                    <a:pt x="590" y="704"/>
                    <a:pt x="580" y="713"/>
                    <a:pt x="576" y="724"/>
                  </a:cubicBezTo>
                  <a:lnTo>
                    <a:pt x="576" y="2017"/>
                  </a:lnTo>
                  <a:cubicBezTo>
                    <a:pt x="608" y="2080"/>
                    <a:pt x="741" y="2149"/>
                    <a:pt x="822" y="2149"/>
                  </a:cubicBezTo>
                  <a:lnTo>
                    <a:pt x="822" y="879"/>
                  </a:lnTo>
                  <a:cubicBezTo>
                    <a:pt x="779" y="873"/>
                    <a:pt x="682" y="822"/>
                    <a:pt x="622" y="772"/>
                  </a:cubicBezTo>
                  <a:cubicBezTo>
                    <a:pt x="623" y="772"/>
                    <a:pt x="624" y="772"/>
                    <a:pt x="625" y="772"/>
                  </a:cubicBezTo>
                  <a:lnTo>
                    <a:pt x="1531" y="457"/>
                  </a:lnTo>
                  <a:cubicBezTo>
                    <a:pt x="1550" y="450"/>
                    <a:pt x="1561" y="429"/>
                    <a:pt x="1555" y="410"/>
                  </a:cubicBezTo>
                  <a:close/>
                  <a:moveTo>
                    <a:pt x="209" y="581"/>
                  </a:moveTo>
                  <a:lnTo>
                    <a:pt x="209" y="758"/>
                  </a:lnTo>
                  <a:cubicBezTo>
                    <a:pt x="123" y="742"/>
                    <a:pt x="37" y="673"/>
                    <a:pt x="37" y="673"/>
                  </a:cubicBezTo>
                  <a:lnTo>
                    <a:pt x="37" y="484"/>
                  </a:lnTo>
                  <a:cubicBezTo>
                    <a:pt x="143" y="570"/>
                    <a:pt x="209" y="581"/>
                    <a:pt x="209" y="581"/>
                  </a:cubicBezTo>
                  <a:close/>
                  <a:moveTo>
                    <a:pt x="978" y="30"/>
                  </a:moveTo>
                  <a:cubicBezTo>
                    <a:pt x="972" y="11"/>
                    <a:pt x="951" y="0"/>
                    <a:pt x="931" y="6"/>
                  </a:cubicBezTo>
                  <a:lnTo>
                    <a:pt x="25" y="321"/>
                  </a:lnTo>
                  <a:cubicBezTo>
                    <a:pt x="14" y="325"/>
                    <a:pt x="3" y="334"/>
                    <a:pt x="0" y="344"/>
                  </a:cubicBezTo>
                  <a:lnTo>
                    <a:pt x="0" y="1638"/>
                  </a:lnTo>
                  <a:cubicBezTo>
                    <a:pt x="32" y="1700"/>
                    <a:pt x="165" y="1770"/>
                    <a:pt x="246" y="1770"/>
                  </a:cubicBezTo>
                  <a:lnTo>
                    <a:pt x="246" y="500"/>
                  </a:lnTo>
                  <a:cubicBezTo>
                    <a:pt x="203" y="493"/>
                    <a:pt x="106" y="443"/>
                    <a:pt x="46" y="393"/>
                  </a:cubicBezTo>
                  <a:cubicBezTo>
                    <a:pt x="47" y="393"/>
                    <a:pt x="48" y="392"/>
                    <a:pt x="49" y="392"/>
                  </a:cubicBezTo>
                  <a:lnTo>
                    <a:pt x="954" y="77"/>
                  </a:lnTo>
                  <a:cubicBezTo>
                    <a:pt x="974" y="71"/>
                    <a:pt x="985" y="50"/>
                    <a:pt x="978" y="30"/>
                  </a:cubicBezTo>
                  <a:close/>
                  <a:moveTo>
                    <a:pt x="497" y="781"/>
                  </a:moveTo>
                  <a:lnTo>
                    <a:pt x="497" y="958"/>
                  </a:lnTo>
                  <a:cubicBezTo>
                    <a:pt x="411" y="941"/>
                    <a:pt x="325" y="873"/>
                    <a:pt x="325" y="873"/>
                  </a:cubicBezTo>
                  <a:lnTo>
                    <a:pt x="325" y="684"/>
                  </a:lnTo>
                  <a:cubicBezTo>
                    <a:pt x="431" y="770"/>
                    <a:pt x="497" y="781"/>
                    <a:pt x="497" y="781"/>
                  </a:cubicBezTo>
                  <a:close/>
                  <a:moveTo>
                    <a:pt x="1266" y="230"/>
                  </a:moveTo>
                  <a:cubicBezTo>
                    <a:pt x="1260" y="210"/>
                    <a:pt x="1239" y="199"/>
                    <a:pt x="1219" y="206"/>
                  </a:cubicBezTo>
                  <a:lnTo>
                    <a:pt x="313" y="520"/>
                  </a:lnTo>
                  <a:cubicBezTo>
                    <a:pt x="302" y="524"/>
                    <a:pt x="291" y="533"/>
                    <a:pt x="288" y="544"/>
                  </a:cubicBezTo>
                  <a:lnTo>
                    <a:pt x="288" y="1837"/>
                  </a:lnTo>
                  <a:cubicBezTo>
                    <a:pt x="320" y="1900"/>
                    <a:pt x="453" y="1969"/>
                    <a:pt x="534" y="1969"/>
                  </a:cubicBezTo>
                  <a:lnTo>
                    <a:pt x="534" y="699"/>
                  </a:lnTo>
                  <a:cubicBezTo>
                    <a:pt x="491" y="693"/>
                    <a:pt x="394" y="642"/>
                    <a:pt x="334" y="592"/>
                  </a:cubicBezTo>
                  <a:cubicBezTo>
                    <a:pt x="335" y="592"/>
                    <a:pt x="336" y="592"/>
                    <a:pt x="337" y="592"/>
                  </a:cubicBezTo>
                  <a:lnTo>
                    <a:pt x="1243" y="277"/>
                  </a:lnTo>
                  <a:cubicBezTo>
                    <a:pt x="1262" y="270"/>
                    <a:pt x="1273" y="249"/>
                    <a:pt x="1266" y="23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1A3D0"/>
                </a:solidFill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10310757" y="351889"/>
            <a:ext cx="465708" cy="472063"/>
            <a:chOff x="7717810" y="-375235"/>
            <a:chExt cx="2093913" cy="2122488"/>
          </a:xfrm>
          <a:solidFill>
            <a:srgbClr val="0070C0"/>
          </a:solidFill>
        </p:grpSpPr>
        <p:sp>
          <p:nvSpPr>
            <p:cNvPr id="11" name="Freeform 6"/>
            <p:cNvSpPr>
              <a:spLocks noEditPoints="1"/>
            </p:cNvSpPr>
            <p:nvPr/>
          </p:nvSpPr>
          <p:spPr bwMode="auto">
            <a:xfrm>
              <a:off x="7717810" y="-375235"/>
              <a:ext cx="2093913" cy="2122488"/>
            </a:xfrm>
            <a:custGeom>
              <a:avLst/>
              <a:gdLst>
                <a:gd name="T0" fmla="*/ 1391 w 2783"/>
                <a:gd name="T1" fmla="*/ 0 h 2783"/>
                <a:gd name="T2" fmla="*/ 0 w 2783"/>
                <a:gd name="T3" fmla="*/ 1391 h 2783"/>
                <a:gd name="T4" fmla="*/ 1391 w 2783"/>
                <a:gd name="T5" fmla="*/ 2783 h 2783"/>
                <a:gd name="T6" fmla="*/ 2783 w 2783"/>
                <a:gd name="T7" fmla="*/ 1391 h 2783"/>
                <a:gd name="T8" fmla="*/ 1391 w 2783"/>
                <a:gd name="T9" fmla="*/ 0 h 2783"/>
                <a:gd name="T10" fmla="*/ 1391 w 2783"/>
                <a:gd name="T11" fmla="*/ 55 h 2783"/>
                <a:gd name="T12" fmla="*/ 55 w 2783"/>
                <a:gd name="T13" fmla="*/ 1391 h 2783"/>
                <a:gd name="T14" fmla="*/ 1391 w 2783"/>
                <a:gd name="T15" fmla="*/ 2728 h 2783"/>
                <a:gd name="T16" fmla="*/ 2728 w 2783"/>
                <a:gd name="T17" fmla="*/ 1391 h 2783"/>
                <a:gd name="T18" fmla="*/ 1391 w 2783"/>
                <a:gd name="T19" fmla="*/ 55 h 2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83" h="2783">
                  <a:moveTo>
                    <a:pt x="1391" y="0"/>
                  </a:moveTo>
                  <a:cubicBezTo>
                    <a:pt x="623" y="0"/>
                    <a:pt x="0" y="623"/>
                    <a:pt x="0" y="1391"/>
                  </a:cubicBezTo>
                  <a:cubicBezTo>
                    <a:pt x="0" y="2160"/>
                    <a:pt x="623" y="2783"/>
                    <a:pt x="1391" y="2783"/>
                  </a:cubicBezTo>
                  <a:cubicBezTo>
                    <a:pt x="2160" y="2783"/>
                    <a:pt x="2783" y="2160"/>
                    <a:pt x="2783" y="1391"/>
                  </a:cubicBezTo>
                  <a:cubicBezTo>
                    <a:pt x="2783" y="623"/>
                    <a:pt x="2160" y="0"/>
                    <a:pt x="1391" y="0"/>
                  </a:cubicBezTo>
                  <a:close/>
                  <a:moveTo>
                    <a:pt x="1391" y="55"/>
                  </a:moveTo>
                  <a:cubicBezTo>
                    <a:pt x="654" y="55"/>
                    <a:pt x="55" y="654"/>
                    <a:pt x="55" y="1391"/>
                  </a:cubicBezTo>
                  <a:cubicBezTo>
                    <a:pt x="55" y="2129"/>
                    <a:pt x="654" y="2728"/>
                    <a:pt x="1391" y="2728"/>
                  </a:cubicBezTo>
                  <a:cubicBezTo>
                    <a:pt x="2129" y="2728"/>
                    <a:pt x="2728" y="2129"/>
                    <a:pt x="2728" y="1391"/>
                  </a:cubicBezTo>
                  <a:cubicBezTo>
                    <a:pt x="2728" y="654"/>
                    <a:pt x="2129" y="55"/>
                    <a:pt x="1391" y="55"/>
                  </a:cubicBezTo>
                  <a:close/>
                </a:path>
              </a:pathLst>
            </a:custGeom>
            <a:grpFill/>
            <a:ln>
              <a:solidFill>
                <a:srgbClr val="002060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DB6B9"/>
                </a:solidFill>
              </a:endParaRPr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 bwMode="auto">
            <a:xfrm>
              <a:off x="7873033" y="-212106"/>
              <a:ext cx="1796329" cy="1793077"/>
            </a:xfrm>
            <a:custGeom>
              <a:avLst/>
              <a:gdLst>
                <a:gd name="T0" fmla="*/ 439327 w 1145"/>
                <a:gd name="T1" fmla="*/ 326030 h 1145"/>
                <a:gd name="T2" fmla="*/ 326620 w 1145"/>
                <a:gd name="T3" fmla="*/ 438533 h 1145"/>
                <a:gd name="T4" fmla="*/ 439327 w 1145"/>
                <a:gd name="T5" fmla="*/ 551036 h 1145"/>
                <a:gd name="T6" fmla="*/ 552034 w 1145"/>
                <a:gd name="T7" fmla="*/ 438533 h 1145"/>
                <a:gd name="T8" fmla="*/ 439327 w 1145"/>
                <a:gd name="T9" fmla="*/ 326030 h 1145"/>
                <a:gd name="T10" fmla="*/ 485330 w 1145"/>
                <a:gd name="T11" fmla="*/ 652824 h 1145"/>
                <a:gd name="T12" fmla="*/ 485330 w 1145"/>
                <a:gd name="T13" fmla="*/ 601547 h 1145"/>
                <a:gd name="T14" fmla="*/ 393324 w 1145"/>
                <a:gd name="T15" fmla="*/ 601547 h 1145"/>
                <a:gd name="T16" fmla="*/ 393324 w 1145"/>
                <a:gd name="T17" fmla="*/ 652824 h 1145"/>
                <a:gd name="T18" fmla="*/ 224647 w 1145"/>
                <a:gd name="T19" fmla="*/ 484452 h 1145"/>
                <a:gd name="T20" fmla="*/ 275250 w 1145"/>
                <a:gd name="T21" fmla="*/ 484452 h 1145"/>
                <a:gd name="T22" fmla="*/ 275250 w 1145"/>
                <a:gd name="T23" fmla="*/ 392613 h 1145"/>
                <a:gd name="T24" fmla="*/ 224647 w 1145"/>
                <a:gd name="T25" fmla="*/ 392613 h 1145"/>
                <a:gd name="T26" fmla="*/ 393324 w 1145"/>
                <a:gd name="T27" fmla="*/ 224241 h 1145"/>
                <a:gd name="T28" fmla="*/ 393324 w 1145"/>
                <a:gd name="T29" fmla="*/ 274753 h 1145"/>
                <a:gd name="T30" fmla="*/ 485330 w 1145"/>
                <a:gd name="T31" fmla="*/ 274753 h 1145"/>
                <a:gd name="T32" fmla="*/ 485330 w 1145"/>
                <a:gd name="T33" fmla="*/ 224241 h 1145"/>
                <a:gd name="T34" fmla="*/ 654007 w 1145"/>
                <a:gd name="T35" fmla="*/ 392613 h 1145"/>
                <a:gd name="T36" fmla="*/ 603404 w 1145"/>
                <a:gd name="T37" fmla="*/ 392613 h 1145"/>
                <a:gd name="T38" fmla="*/ 603404 w 1145"/>
                <a:gd name="T39" fmla="*/ 484452 h 1145"/>
                <a:gd name="T40" fmla="*/ 654007 w 1145"/>
                <a:gd name="T41" fmla="*/ 484452 h 1145"/>
                <a:gd name="T42" fmla="*/ 485330 w 1145"/>
                <a:gd name="T43" fmla="*/ 652824 h 1145"/>
                <a:gd name="T44" fmla="*/ 747546 w 1145"/>
                <a:gd name="T45" fmla="*/ 392613 h 1145"/>
                <a:gd name="T46" fmla="*/ 485330 w 1145"/>
                <a:gd name="T47" fmla="*/ 130871 h 1145"/>
                <a:gd name="T48" fmla="*/ 485330 w 1145"/>
                <a:gd name="T49" fmla="*/ 0 h 1145"/>
                <a:gd name="T50" fmla="*/ 393324 w 1145"/>
                <a:gd name="T51" fmla="*/ 0 h 1145"/>
                <a:gd name="T52" fmla="*/ 393324 w 1145"/>
                <a:gd name="T53" fmla="*/ 130871 h 1145"/>
                <a:gd name="T54" fmla="*/ 131108 w 1145"/>
                <a:gd name="T55" fmla="*/ 392613 h 1145"/>
                <a:gd name="T56" fmla="*/ 0 w 1145"/>
                <a:gd name="T57" fmla="*/ 392613 h 1145"/>
                <a:gd name="T58" fmla="*/ 0 w 1145"/>
                <a:gd name="T59" fmla="*/ 484452 h 1145"/>
                <a:gd name="T60" fmla="*/ 131108 w 1145"/>
                <a:gd name="T61" fmla="*/ 484452 h 1145"/>
                <a:gd name="T62" fmla="*/ 393324 w 1145"/>
                <a:gd name="T63" fmla="*/ 746194 h 1145"/>
                <a:gd name="T64" fmla="*/ 393324 w 1145"/>
                <a:gd name="T65" fmla="*/ 876300 h 1145"/>
                <a:gd name="T66" fmla="*/ 485330 w 1145"/>
                <a:gd name="T67" fmla="*/ 876300 h 1145"/>
                <a:gd name="T68" fmla="*/ 485330 w 1145"/>
                <a:gd name="T69" fmla="*/ 746194 h 1145"/>
                <a:gd name="T70" fmla="*/ 747546 w 1145"/>
                <a:gd name="T71" fmla="*/ 484452 h 1145"/>
                <a:gd name="T72" fmla="*/ 877887 w 1145"/>
                <a:gd name="T73" fmla="*/ 484452 h 1145"/>
                <a:gd name="T74" fmla="*/ 877887 w 1145"/>
                <a:gd name="T75" fmla="*/ 392613 h 1145"/>
                <a:gd name="T76" fmla="*/ 747546 w 1145"/>
                <a:gd name="T77" fmla="*/ 392613 h 1145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1145" h="1145">
                  <a:moveTo>
                    <a:pt x="573" y="426"/>
                  </a:moveTo>
                  <a:cubicBezTo>
                    <a:pt x="492" y="426"/>
                    <a:pt x="426" y="492"/>
                    <a:pt x="426" y="573"/>
                  </a:cubicBezTo>
                  <a:cubicBezTo>
                    <a:pt x="426" y="654"/>
                    <a:pt x="492" y="720"/>
                    <a:pt x="573" y="720"/>
                  </a:cubicBezTo>
                  <a:cubicBezTo>
                    <a:pt x="654" y="720"/>
                    <a:pt x="720" y="654"/>
                    <a:pt x="720" y="573"/>
                  </a:cubicBezTo>
                  <a:cubicBezTo>
                    <a:pt x="720" y="492"/>
                    <a:pt x="654" y="426"/>
                    <a:pt x="573" y="426"/>
                  </a:cubicBezTo>
                  <a:close/>
                  <a:moveTo>
                    <a:pt x="633" y="853"/>
                  </a:moveTo>
                  <a:lnTo>
                    <a:pt x="633" y="786"/>
                  </a:lnTo>
                  <a:lnTo>
                    <a:pt x="513" y="786"/>
                  </a:lnTo>
                  <a:lnTo>
                    <a:pt x="513" y="853"/>
                  </a:lnTo>
                  <a:cubicBezTo>
                    <a:pt x="403" y="829"/>
                    <a:pt x="316" y="743"/>
                    <a:pt x="293" y="633"/>
                  </a:cubicBezTo>
                  <a:lnTo>
                    <a:pt x="359" y="633"/>
                  </a:lnTo>
                  <a:lnTo>
                    <a:pt x="359" y="513"/>
                  </a:lnTo>
                  <a:lnTo>
                    <a:pt x="293" y="513"/>
                  </a:lnTo>
                  <a:cubicBezTo>
                    <a:pt x="316" y="403"/>
                    <a:pt x="403" y="316"/>
                    <a:pt x="513" y="293"/>
                  </a:cubicBezTo>
                  <a:lnTo>
                    <a:pt x="513" y="359"/>
                  </a:lnTo>
                  <a:lnTo>
                    <a:pt x="633" y="359"/>
                  </a:lnTo>
                  <a:lnTo>
                    <a:pt x="633" y="293"/>
                  </a:lnTo>
                  <a:cubicBezTo>
                    <a:pt x="743" y="316"/>
                    <a:pt x="830" y="403"/>
                    <a:pt x="853" y="513"/>
                  </a:cubicBezTo>
                  <a:lnTo>
                    <a:pt x="787" y="513"/>
                  </a:lnTo>
                  <a:lnTo>
                    <a:pt x="787" y="633"/>
                  </a:lnTo>
                  <a:lnTo>
                    <a:pt x="853" y="633"/>
                  </a:lnTo>
                  <a:cubicBezTo>
                    <a:pt x="830" y="743"/>
                    <a:pt x="743" y="829"/>
                    <a:pt x="633" y="853"/>
                  </a:cubicBezTo>
                  <a:close/>
                  <a:moveTo>
                    <a:pt x="975" y="513"/>
                  </a:moveTo>
                  <a:cubicBezTo>
                    <a:pt x="949" y="337"/>
                    <a:pt x="809" y="197"/>
                    <a:pt x="633" y="171"/>
                  </a:cubicBezTo>
                  <a:lnTo>
                    <a:pt x="633" y="0"/>
                  </a:lnTo>
                  <a:lnTo>
                    <a:pt x="513" y="0"/>
                  </a:lnTo>
                  <a:lnTo>
                    <a:pt x="513" y="171"/>
                  </a:lnTo>
                  <a:cubicBezTo>
                    <a:pt x="337" y="197"/>
                    <a:pt x="197" y="337"/>
                    <a:pt x="171" y="513"/>
                  </a:cubicBezTo>
                  <a:lnTo>
                    <a:pt x="0" y="513"/>
                  </a:lnTo>
                  <a:lnTo>
                    <a:pt x="0" y="633"/>
                  </a:lnTo>
                  <a:lnTo>
                    <a:pt x="171" y="633"/>
                  </a:lnTo>
                  <a:cubicBezTo>
                    <a:pt x="197" y="809"/>
                    <a:pt x="337" y="949"/>
                    <a:pt x="513" y="975"/>
                  </a:cubicBezTo>
                  <a:lnTo>
                    <a:pt x="513" y="1145"/>
                  </a:lnTo>
                  <a:lnTo>
                    <a:pt x="633" y="1145"/>
                  </a:lnTo>
                  <a:lnTo>
                    <a:pt x="633" y="975"/>
                  </a:lnTo>
                  <a:cubicBezTo>
                    <a:pt x="809" y="949"/>
                    <a:pt x="949" y="809"/>
                    <a:pt x="975" y="633"/>
                  </a:cubicBezTo>
                  <a:lnTo>
                    <a:pt x="1145" y="633"/>
                  </a:lnTo>
                  <a:lnTo>
                    <a:pt x="1145" y="513"/>
                  </a:lnTo>
                  <a:lnTo>
                    <a:pt x="975" y="513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rgbClr val="21A3D0"/>
                </a:solidFill>
              </a:endParaRPr>
            </a:p>
          </p:txBody>
        </p:sp>
      </p:grpSp>
      <p:grpSp>
        <p:nvGrpSpPr>
          <p:cNvPr id="13" name="组合 12"/>
          <p:cNvGrpSpPr/>
          <p:nvPr userDrawn="1"/>
        </p:nvGrpSpPr>
        <p:grpSpPr>
          <a:xfrm>
            <a:off x="9711352" y="351889"/>
            <a:ext cx="465708" cy="472063"/>
            <a:chOff x="10019977" y="-551766"/>
            <a:chExt cx="2093913" cy="2122488"/>
          </a:xfrm>
          <a:solidFill>
            <a:srgbClr val="0070C0"/>
          </a:solidFill>
        </p:grpSpPr>
        <p:sp>
          <p:nvSpPr>
            <p:cNvPr id="14" name="Freeform 6"/>
            <p:cNvSpPr>
              <a:spLocks noEditPoints="1"/>
            </p:cNvSpPr>
            <p:nvPr/>
          </p:nvSpPr>
          <p:spPr bwMode="auto">
            <a:xfrm>
              <a:off x="10019977" y="-551766"/>
              <a:ext cx="2093913" cy="2122488"/>
            </a:xfrm>
            <a:custGeom>
              <a:avLst/>
              <a:gdLst>
                <a:gd name="T0" fmla="*/ 1391 w 2783"/>
                <a:gd name="T1" fmla="*/ 0 h 2783"/>
                <a:gd name="T2" fmla="*/ 0 w 2783"/>
                <a:gd name="T3" fmla="*/ 1391 h 2783"/>
                <a:gd name="T4" fmla="*/ 1391 w 2783"/>
                <a:gd name="T5" fmla="*/ 2783 h 2783"/>
                <a:gd name="T6" fmla="*/ 2783 w 2783"/>
                <a:gd name="T7" fmla="*/ 1391 h 2783"/>
                <a:gd name="T8" fmla="*/ 1391 w 2783"/>
                <a:gd name="T9" fmla="*/ 0 h 2783"/>
                <a:gd name="T10" fmla="*/ 1391 w 2783"/>
                <a:gd name="T11" fmla="*/ 55 h 2783"/>
                <a:gd name="T12" fmla="*/ 55 w 2783"/>
                <a:gd name="T13" fmla="*/ 1391 h 2783"/>
                <a:gd name="T14" fmla="*/ 1391 w 2783"/>
                <a:gd name="T15" fmla="*/ 2728 h 2783"/>
                <a:gd name="T16" fmla="*/ 2728 w 2783"/>
                <a:gd name="T17" fmla="*/ 1391 h 2783"/>
                <a:gd name="T18" fmla="*/ 1391 w 2783"/>
                <a:gd name="T19" fmla="*/ 55 h 2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83" h="2783">
                  <a:moveTo>
                    <a:pt x="1391" y="0"/>
                  </a:moveTo>
                  <a:cubicBezTo>
                    <a:pt x="623" y="0"/>
                    <a:pt x="0" y="623"/>
                    <a:pt x="0" y="1391"/>
                  </a:cubicBezTo>
                  <a:cubicBezTo>
                    <a:pt x="0" y="2160"/>
                    <a:pt x="623" y="2783"/>
                    <a:pt x="1391" y="2783"/>
                  </a:cubicBezTo>
                  <a:cubicBezTo>
                    <a:pt x="2160" y="2783"/>
                    <a:pt x="2783" y="2160"/>
                    <a:pt x="2783" y="1391"/>
                  </a:cubicBezTo>
                  <a:cubicBezTo>
                    <a:pt x="2783" y="623"/>
                    <a:pt x="2160" y="0"/>
                    <a:pt x="1391" y="0"/>
                  </a:cubicBezTo>
                  <a:close/>
                  <a:moveTo>
                    <a:pt x="1391" y="55"/>
                  </a:moveTo>
                  <a:cubicBezTo>
                    <a:pt x="654" y="55"/>
                    <a:pt x="55" y="654"/>
                    <a:pt x="55" y="1391"/>
                  </a:cubicBezTo>
                  <a:cubicBezTo>
                    <a:pt x="55" y="2129"/>
                    <a:pt x="654" y="2728"/>
                    <a:pt x="1391" y="2728"/>
                  </a:cubicBezTo>
                  <a:cubicBezTo>
                    <a:pt x="2129" y="2728"/>
                    <a:pt x="2728" y="2129"/>
                    <a:pt x="2728" y="1391"/>
                  </a:cubicBezTo>
                  <a:cubicBezTo>
                    <a:pt x="2728" y="654"/>
                    <a:pt x="2129" y="55"/>
                    <a:pt x="1391" y="55"/>
                  </a:cubicBezTo>
                  <a:close/>
                </a:path>
              </a:pathLst>
            </a:custGeom>
            <a:grpFill/>
            <a:ln>
              <a:solidFill>
                <a:srgbClr val="002060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DB6B9"/>
                </a:solidFill>
              </a:endParaRPr>
            </a:p>
          </p:txBody>
        </p:sp>
        <p:sp>
          <p:nvSpPr>
            <p:cNvPr id="15" name="Freeform 6"/>
            <p:cNvSpPr>
              <a:spLocks noEditPoints="1"/>
            </p:cNvSpPr>
            <p:nvPr/>
          </p:nvSpPr>
          <p:spPr bwMode="auto">
            <a:xfrm>
              <a:off x="10357957" y="-215900"/>
              <a:ext cx="1417952" cy="1401540"/>
            </a:xfrm>
            <a:custGeom>
              <a:avLst/>
              <a:gdLst>
                <a:gd name="T0" fmla="*/ 675 w 1848"/>
                <a:gd name="T1" fmla="*/ 126 h 1848"/>
                <a:gd name="T2" fmla="*/ 286 w 1848"/>
                <a:gd name="T3" fmla="*/ 287 h 1848"/>
                <a:gd name="T4" fmla="*/ 126 w 1848"/>
                <a:gd name="T5" fmla="*/ 675 h 1848"/>
                <a:gd name="T6" fmla="*/ 286 w 1848"/>
                <a:gd name="T7" fmla="*/ 1064 h 1848"/>
                <a:gd name="T8" fmla="*/ 675 w 1848"/>
                <a:gd name="T9" fmla="*/ 1225 h 1848"/>
                <a:gd name="T10" fmla="*/ 1063 w 1848"/>
                <a:gd name="T11" fmla="*/ 1064 h 1848"/>
                <a:gd name="T12" fmla="*/ 1063 w 1848"/>
                <a:gd name="T13" fmla="*/ 287 h 1848"/>
                <a:gd name="T14" fmla="*/ 675 w 1848"/>
                <a:gd name="T15" fmla="*/ 126 h 1848"/>
                <a:gd name="T16" fmla="*/ 675 w 1848"/>
                <a:gd name="T17" fmla="*/ 1350 h 1848"/>
                <a:gd name="T18" fmla="*/ 198 w 1848"/>
                <a:gd name="T19" fmla="*/ 1153 h 1848"/>
                <a:gd name="T20" fmla="*/ 0 w 1848"/>
                <a:gd name="T21" fmla="*/ 675 h 1848"/>
                <a:gd name="T22" fmla="*/ 198 w 1848"/>
                <a:gd name="T23" fmla="*/ 198 h 1848"/>
                <a:gd name="T24" fmla="*/ 675 w 1848"/>
                <a:gd name="T25" fmla="*/ 0 h 1848"/>
                <a:gd name="T26" fmla="*/ 1152 w 1848"/>
                <a:gd name="T27" fmla="*/ 198 h 1848"/>
                <a:gd name="T28" fmla="*/ 1152 w 1848"/>
                <a:gd name="T29" fmla="*/ 1153 h 1848"/>
                <a:gd name="T30" fmla="*/ 675 w 1848"/>
                <a:gd name="T31" fmla="*/ 1350 h 1848"/>
                <a:gd name="T32" fmla="*/ 1261 w 1848"/>
                <a:gd name="T33" fmla="*/ 1068 h 1848"/>
                <a:gd name="T34" fmla="*/ 1261 w 1848"/>
                <a:gd name="T35" fmla="*/ 1153 h 1848"/>
                <a:gd name="T36" fmla="*/ 1153 w 1848"/>
                <a:gd name="T37" fmla="*/ 1261 h 1848"/>
                <a:gd name="T38" fmla="*/ 1067 w 1848"/>
                <a:gd name="T39" fmla="*/ 1261 h 1848"/>
                <a:gd name="T40" fmla="*/ 1063 w 1848"/>
                <a:gd name="T41" fmla="*/ 1257 h 1848"/>
                <a:gd name="T42" fmla="*/ 1063 w 1848"/>
                <a:gd name="T43" fmla="*/ 1172 h 1848"/>
                <a:gd name="T44" fmla="*/ 1171 w 1848"/>
                <a:gd name="T45" fmla="*/ 1064 h 1848"/>
                <a:gd name="T46" fmla="*/ 1257 w 1848"/>
                <a:gd name="T47" fmla="*/ 1064 h 1848"/>
                <a:gd name="T48" fmla="*/ 1261 w 1848"/>
                <a:gd name="T49" fmla="*/ 1068 h 1848"/>
                <a:gd name="T50" fmla="*/ 1401 w 1848"/>
                <a:gd name="T51" fmla="*/ 1250 h 1848"/>
                <a:gd name="T52" fmla="*/ 1401 w 1848"/>
                <a:gd name="T53" fmla="*/ 1401 h 1848"/>
                <a:gd name="T54" fmla="*/ 1250 w 1848"/>
                <a:gd name="T55" fmla="*/ 1401 h 1848"/>
                <a:gd name="T56" fmla="*/ 1250 w 1848"/>
                <a:gd name="T57" fmla="*/ 1250 h 1848"/>
                <a:gd name="T58" fmla="*/ 1401 w 1848"/>
                <a:gd name="T59" fmla="*/ 1250 h 1848"/>
                <a:gd name="T60" fmla="*/ 1827 w 1848"/>
                <a:gd name="T61" fmla="*/ 1655 h 1848"/>
                <a:gd name="T62" fmla="*/ 1823 w 1848"/>
                <a:gd name="T63" fmla="*/ 1736 h 1848"/>
                <a:gd name="T64" fmla="*/ 1736 w 1848"/>
                <a:gd name="T65" fmla="*/ 1823 h 1848"/>
                <a:gd name="T66" fmla="*/ 1654 w 1848"/>
                <a:gd name="T67" fmla="*/ 1827 h 1848"/>
                <a:gd name="T68" fmla="*/ 1396 w 1848"/>
                <a:gd name="T69" fmla="*/ 1569 h 1848"/>
                <a:gd name="T70" fmla="*/ 1400 w 1848"/>
                <a:gd name="T71" fmla="*/ 1487 h 1848"/>
                <a:gd name="T72" fmla="*/ 1487 w 1848"/>
                <a:gd name="T73" fmla="*/ 1400 h 1848"/>
                <a:gd name="T74" fmla="*/ 1568 w 1848"/>
                <a:gd name="T75" fmla="*/ 1396 h 1848"/>
                <a:gd name="T76" fmla="*/ 1827 w 1848"/>
                <a:gd name="T77" fmla="*/ 1655 h 1848"/>
                <a:gd name="T78" fmla="*/ 675 w 1848"/>
                <a:gd name="T79" fmla="*/ 270 h 1848"/>
                <a:gd name="T80" fmla="*/ 389 w 1848"/>
                <a:gd name="T81" fmla="*/ 389 h 1848"/>
                <a:gd name="T82" fmla="*/ 270 w 1848"/>
                <a:gd name="T83" fmla="*/ 675 h 1848"/>
                <a:gd name="T84" fmla="*/ 389 w 1848"/>
                <a:gd name="T85" fmla="*/ 962 h 1848"/>
                <a:gd name="T86" fmla="*/ 675 w 1848"/>
                <a:gd name="T87" fmla="*/ 1080 h 1848"/>
                <a:gd name="T88" fmla="*/ 961 w 1848"/>
                <a:gd name="T89" fmla="*/ 962 h 1848"/>
                <a:gd name="T90" fmla="*/ 961 w 1848"/>
                <a:gd name="T91" fmla="*/ 389 h 1848"/>
                <a:gd name="T92" fmla="*/ 675 w 1848"/>
                <a:gd name="T93" fmla="*/ 270 h 1848"/>
                <a:gd name="T94" fmla="*/ 675 w 1848"/>
                <a:gd name="T95" fmla="*/ 1164 h 1848"/>
                <a:gd name="T96" fmla="*/ 329 w 1848"/>
                <a:gd name="T97" fmla="*/ 1021 h 1848"/>
                <a:gd name="T98" fmla="*/ 186 w 1848"/>
                <a:gd name="T99" fmla="*/ 675 h 1848"/>
                <a:gd name="T100" fmla="*/ 329 w 1848"/>
                <a:gd name="T101" fmla="*/ 330 h 1848"/>
                <a:gd name="T102" fmla="*/ 675 w 1848"/>
                <a:gd name="T103" fmla="*/ 187 h 1848"/>
                <a:gd name="T104" fmla="*/ 1021 w 1848"/>
                <a:gd name="T105" fmla="*/ 330 h 1848"/>
                <a:gd name="T106" fmla="*/ 1021 w 1848"/>
                <a:gd name="T107" fmla="*/ 1021 h 1848"/>
                <a:gd name="T108" fmla="*/ 675 w 1848"/>
                <a:gd name="T109" fmla="*/ 1164 h 1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848" h="1848">
                  <a:moveTo>
                    <a:pt x="675" y="126"/>
                  </a:moveTo>
                  <a:cubicBezTo>
                    <a:pt x="528" y="126"/>
                    <a:pt x="390" y="183"/>
                    <a:pt x="286" y="287"/>
                  </a:cubicBezTo>
                  <a:cubicBezTo>
                    <a:pt x="183" y="391"/>
                    <a:pt x="126" y="529"/>
                    <a:pt x="126" y="675"/>
                  </a:cubicBezTo>
                  <a:cubicBezTo>
                    <a:pt x="126" y="822"/>
                    <a:pt x="183" y="960"/>
                    <a:pt x="286" y="1064"/>
                  </a:cubicBezTo>
                  <a:cubicBezTo>
                    <a:pt x="390" y="1168"/>
                    <a:pt x="528" y="1225"/>
                    <a:pt x="675" y="1225"/>
                  </a:cubicBezTo>
                  <a:cubicBezTo>
                    <a:pt x="822" y="1225"/>
                    <a:pt x="960" y="1168"/>
                    <a:pt x="1063" y="1064"/>
                  </a:cubicBezTo>
                  <a:cubicBezTo>
                    <a:pt x="1278" y="850"/>
                    <a:pt x="1278" y="501"/>
                    <a:pt x="1063" y="287"/>
                  </a:cubicBezTo>
                  <a:cubicBezTo>
                    <a:pt x="960" y="183"/>
                    <a:pt x="822" y="126"/>
                    <a:pt x="675" y="126"/>
                  </a:cubicBezTo>
                  <a:close/>
                  <a:moveTo>
                    <a:pt x="675" y="1350"/>
                  </a:moveTo>
                  <a:cubicBezTo>
                    <a:pt x="495" y="1350"/>
                    <a:pt x="325" y="1280"/>
                    <a:pt x="198" y="1153"/>
                  </a:cubicBezTo>
                  <a:cubicBezTo>
                    <a:pt x="70" y="1025"/>
                    <a:pt x="0" y="856"/>
                    <a:pt x="0" y="675"/>
                  </a:cubicBezTo>
                  <a:cubicBezTo>
                    <a:pt x="0" y="495"/>
                    <a:pt x="70" y="326"/>
                    <a:pt x="198" y="198"/>
                  </a:cubicBezTo>
                  <a:cubicBezTo>
                    <a:pt x="325" y="71"/>
                    <a:pt x="495" y="0"/>
                    <a:pt x="675" y="0"/>
                  </a:cubicBezTo>
                  <a:cubicBezTo>
                    <a:pt x="855" y="0"/>
                    <a:pt x="1025" y="71"/>
                    <a:pt x="1152" y="198"/>
                  </a:cubicBezTo>
                  <a:cubicBezTo>
                    <a:pt x="1415" y="461"/>
                    <a:pt x="1415" y="889"/>
                    <a:pt x="1152" y="1153"/>
                  </a:cubicBezTo>
                  <a:cubicBezTo>
                    <a:pt x="1025" y="1280"/>
                    <a:pt x="855" y="1350"/>
                    <a:pt x="675" y="1350"/>
                  </a:cubicBezTo>
                  <a:close/>
                  <a:moveTo>
                    <a:pt x="1261" y="1068"/>
                  </a:moveTo>
                  <a:cubicBezTo>
                    <a:pt x="1284" y="1091"/>
                    <a:pt x="1284" y="1130"/>
                    <a:pt x="1261" y="1153"/>
                  </a:cubicBezTo>
                  <a:lnTo>
                    <a:pt x="1153" y="1261"/>
                  </a:lnTo>
                  <a:cubicBezTo>
                    <a:pt x="1129" y="1285"/>
                    <a:pt x="1091" y="1285"/>
                    <a:pt x="1067" y="1261"/>
                  </a:cubicBezTo>
                  <a:lnTo>
                    <a:pt x="1063" y="1257"/>
                  </a:lnTo>
                  <a:cubicBezTo>
                    <a:pt x="1040" y="1234"/>
                    <a:pt x="1040" y="1195"/>
                    <a:pt x="1063" y="1172"/>
                  </a:cubicBezTo>
                  <a:lnTo>
                    <a:pt x="1171" y="1064"/>
                  </a:lnTo>
                  <a:cubicBezTo>
                    <a:pt x="1195" y="1040"/>
                    <a:pt x="1233" y="1040"/>
                    <a:pt x="1257" y="1064"/>
                  </a:cubicBezTo>
                  <a:lnTo>
                    <a:pt x="1261" y="1068"/>
                  </a:lnTo>
                  <a:close/>
                  <a:moveTo>
                    <a:pt x="1401" y="1250"/>
                  </a:moveTo>
                  <a:cubicBezTo>
                    <a:pt x="1442" y="1292"/>
                    <a:pt x="1442" y="1359"/>
                    <a:pt x="1401" y="1401"/>
                  </a:cubicBezTo>
                  <a:cubicBezTo>
                    <a:pt x="1359" y="1443"/>
                    <a:pt x="1291" y="1443"/>
                    <a:pt x="1250" y="1401"/>
                  </a:cubicBezTo>
                  <a:cubicBezTo>
                    <a:pt x="1208" y="1359"/>
                    <a:pt x="1208" y="1292"/>
                    <a:pt x="1250" y="1250"/>
                  </a:cubicBezTo>
                  <a:cubicBezTo>
                    <a:pt x="1291" y="1208"/>
                    <a:pt x="1359" y="1208"/>
                    <a:pt x="1401" y="1250"/>
                  </a:cubicBezTo>
                  <a:close/>
                  <a:moveTo>
                    <a:pt x="1827" y="1655"/>
                  </a:moveTo>
                  <a:cubicBezTo>
                    <a:pt x="1848" y="1676"/>
                    <a:pt x="1846" y="1713"/>
                    <a:pt x="1823" y="1736"/>
                  </a:cubicBezTo>
                  <a:lnTo>
                    <a:pt x="1736" y="1823"/>
                  </a:lnTo>
                  <a:cubicBezTo>
                    <a:pt x="1713" y="1847"/>
                    <a:pt x="1676" y="1848"/>
                    <a:pt x="1654" y="1827"/>
                  </a:cubicBezTo>
                  <a:lnTo>
                    <a:pt x="1396" y="1569"/>
                  </a:lnTo>
                  <a:cubicBezTo>
                    <a:pt x="1375" y="1547"/>
                    <a:pt x="1376" y="1511"/>
                    <a:pt x="1400" y="1487"/>
                  </a:cubicBezTo>
                  <a:lnTo>
                    <a:pt x="1487" y="1400"/>
                  </a:lnTo>
                  <a:cubicBezTo>
                    <a:pt x="1510" y="1377"/>
                    <a:pt x="1547" y="1375"/>
                    <a:pt x="1568" y="1396"/>
                  </a:cubicBezTo>
                  <a:lnTo>
                    <a:pt x="1827" y="1655"/>
                  </a:lnTo>
                  <a:close/>
                  <a:moveTo>
                    <a:pt x="675" y="270"/>
                  </a:moveTo>
                  <a:cubicBezTo>
                    <a:pt x="567" y="270"/>
                    <a:pt x="465" y="312"/>
                    <a:pt x="389" y="389"/>
                  </a:cubicBezTo>
                  <a:cubicBezTo>
                    <a:pt x="312" y="465"/>
                    <a:pt x="270" y="567"/>
                    <a:pt x="270" y="675"/>
                  </a:cubicBezTo>
                  <a:cubicBezTo>
                    <a:pt x="270" y="783"/>
                    <a:pt x="312" y="885"/>
                    <a:pt x="389" y="962"/>
                  </a:cubicBezTo>
                  <a:cubicBezTo>
                    <a:pt x="465" y="1038"/>
                    <a:pt x="567" y="1080"/>
                    <a:pt x="675" y="1080"/>
                  </a:cubicBezTo>
                  <a:cubicBezTo>
                    <a:pt x="783" y="1080"/>
                    <a:pt x="885" y="1038"/>
                    <a:pt x="961" y="962"/>
                  </a:cubicBezTo>
                  <a:cubicBezTo>
                    <a:pt x="1119" y="804"/>
                    <a:pt x="1119" y="547"/>
                    <a:pt x="961" y="389"/>
                  </a:cubicBezTo>
                  <a:cubicBezTo>
                    <a:pt x="885" y="312"/>
                    <a:pt x="783" y="270"/>
                    <a:pt x="675" y="270"/>
                  </a:cubicBezTo>
                  <a:close/>
                  <a:moveTo>
                    <a:pt x="675" y="1164"/>
                  </a:moveTo>
                  <a:cubicBezTo>
                    <a:pt x="544" y="1164"/>
                    <a:pt x="422" y="1113"/>
                    <a:pt x="329" y="1021"/>
                  </a:cubicBezTo>
                  <a:cubicBezTo>
                    <a:pt x="237" y="929"/>
                    <a:pt x="186" y="806"/>
                    <a:pt x="186" y="675"/>
                  </a:cubicBezTo>
                  <a:cubicBezTo>
                    <a:pt x="186" y="545"/>
                    <a:pt x="237" y="422"/>
                    <a:pt x="329" y="330"/>
                  </a:cubicBezTo>
                  <a:cubicBezTo>
                    <a:pt x="422" y="237"/>
                    <a:pt x="544" y="187"/>
                    <a:pt x="675" y="187"/>
                  </a:cubicBezTo>
                  <a:cubicBezTo>
                    <a:pt x="806" y="187"/>
                    <a:pt x="928" y="237"/>
                    <a:pt x="1021" y="330"/>
                  </a:cubicBezTo>
                  <a:cubicBezTo>
                    <a:pt x="1211" y="520"/>
                    <a:pt x="1211" y="830"/>
                    <a:pt x="1021" y="1021"/>
                  </a:cubicBezTo>
                  <a:cubicBezTo>
                    <a:pt x="928" y="1113"/>
                    <a:pt x="806" y="1164"/>
                    <a:pt x="675" y="1164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DB6B9"/>
                </a:solidFill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10910162" y="351889"/>
            <a:ext cx="465708" cy="472063"/>
            <a:chOff x="1342896" y="2366362"/>
            <a:chExt cx="2093913" cy="2122488"/>
          </a:xfrm>
          <a:solidFill>
            <a:srgbClr val="0070C0"/>
          </a:solidFill>
        </p:grpSpPr>
        <p:sp>
          <p:nvSpPr>
            <p:cNvPr id="17" name="Freeform 6"/>
            <p:cNvSpPr>
              <a:spLocks noEditPoints="1"/>
            </p:cNvSpPr>
            <p:nvPr/>
          </p:nvSpPr>
          <p:spPr bwMode="auto">
            <a:xfrm>
              <a:off x="1342896" y="2366362"/>
              <a:ext cx="2093913" cy="2122488"/>
            </a:xfrm>
            <a:custGeom>
              <a:avLst/>
              <a:gdLst>
                <a:gd name="T0" fmla="*/ 1391 w 2783"/>
                <a:gd name="T1" fmla="*/ 0 h 2783"/>
                <a:gd name="T2" fmla="*/ 0 w 2783"/>
                <a:gd name="T3" fmla="*/ 1391 h 2783"/>
                <a:gd name="T4" fmla="*/ 1391 w 2783"/>
                <a:gd name="T5" fmla="*/ 2783 h 2783"/>
                <a:gd name="T6" fmla="*/ 2783 w 2783"/>
                <a:gd name="T7" fmla="*/ 1391 h 2783"/>
                <a:gd name="T8" fmla="*/ 1391 w 2783"/>
                <a:gd name="T9" fmla="*/ 0 h 2783"/>
                <a:gd name="T10" fmla="*/ 1391 w 2783"/>
                <a:gd name="T11" fmla="*/ 55 h 2783"/>
                <a:gd name="T12" fmla="*/ 55 w 2783"/>
                <a:gd name="T13" fmla="*/ 1391 h 2783"/>
                <a:gd name="T14" fmla="*/ 1391 w 2783"/>
                <a:gd name="T15" fmla="*/ 2728 h 2783"/>
                <a:gd name="T16" fmla="*/ 2728 w 2783"/>
                <a:gd name="T17" fmla="*/ 1391 h 2783"/>
                <a:gd name="T18" fmla="*/ 1391 w 2783"/>
                <a:gd name="T19" fmla="*/ 55 h 2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83" h="2783">
                  <a:moveTo>
                    <a:pt x="1391" y="0"/>
                  </a:moveTo>
                  <a:cubicBezTo>
                    <a:pt x="623" y="0"/>
                    <a:pt x="0" y="623"/>
                    <a:pt x="0" y="1391"/>
                  </a:cubicBezTo>
                  <a:cubicBezTo>
                    <a:pt x="0" y="2160"/>
                    <a:pt x="623" y="2783"/>
                    <a:pt x="1391" y="2783"/>
                  </a:cubicBezTo>
                  <a:cubicBezTo>
                    <a:pt x="2160" y="2783"/>
                    <a:pt x="2783" y="2160"/>
                    <a:pt x="2783" y="1391"/>
                  </a:cubicBezTo>
                  <a:cubicBezTo>
                    <a:pt x="2783" y="623"/>
                    <a:pt x="2160" y="0"/>
                    <a:pt x="1391" y="0"/>
                  </a:cubicBezTo>
                  <a:close/>
                  <a:moveTo>
                    <a:pt x="1391" y="55"/>
                  </a:moveTo>
                  <a:cubicBezTo>
                    <a:pt x="654" y="55"/>
                    <a:pt x="55" y="654"/>
                    <a:pt x="55" y="1391"/>
                  </a:cubicBezTo>
                  <a:cubicBezTo>
                    <a:pt x="55" y="2129"/>
                    <a:pt x="654" y="2728"/>
                    <a:pt x="1391" y="2728"/>
                  </a:cubicBezTo>
                  <a:cubicBezTo>
                    <a:pt x="2129" y="2728"/>
                    <a:pt x="2728" y="2129"/>
                    <a:pt x="2728" y="1391"/>
                  </a:cubicBezTo>
                  <a:cubicBezTo>
                    <a:pt x="2728" y="654"/>
                    <a:pt x="2129" y="55"/>
                    <a:pt x="1391" y="55"/>
                  </a:cubicBezTo>
                  <a:close/>
                </a:path>
              </a:pathLst>
            </a:custGeom>
            <a:grpFill/>
            <a:ln>
              <a:solidFill>
                <a:srgbClr val="002060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DB6B9"/>
                </a:solidFill>
              </a:endParaRPr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1767347" y="2753040"/>
              <a:ext cx="1311950" cy="1299916"/>
              <a:chOff x="4699000" y="4643438"/>
              <a:chExt cx="346075" cy="342900"/>
            </a:xfrm>
            <a:grpFill/>
          </p:grpSpPr>
          <p:sp>
            <p:nvSpPr>
              <p:cNvPr id="19" name="Freeform 20"/>
              <p:cNvSpPr>
                <a:spLocks noEditPoints="1"/>
              </p:cNvSpPr>
              <p:nvPr/>
            </p:nvSpPr>
            <p:spPr bwMode="auto">
              <a:xfrm>
                <a:off x="4894263" y="4841875"/>
                <a:ext cx="146050" cy="142875"/>
              </a:xfrm>
              <a:custGeom>
                <a:avLst/>
                <a:gdLst>
                  <a:gd name="T0" fmla="*/ 232 w 340"/>
                  <a:gd name="T1" fmla="*/ 183 h 333"/>
                  <a:gd name="T2" fmla="*/ 274 w 340"/>
                  <a:gd name="T3" fmla="*/ 224 h 333"/>
                  <a:gd name="T4" fmla="*/ 232 w 340"/>
                  <a:gd name="T5" fmla="*/ 266 h 333"/>
                  <a:gd name="T6" fmla="*/ 191 w 340"/>
                  <a:gd name="T7" fmla="*/ 224 h 333"/>
                  <a:gd name="T8" fmla="*/ 232 w 340"/>
                  <a:gd name="T9" fmla="*/ 183 h 333"/>
                  <a:gd name="T10" fmla="*/ 75 w 340"/>
                  <a:gd name="T11" fmla="*/ 3 h 333"/>
                  <a:gd name="T12" fmla="*/ 85 w 340"/>
                  <a:gd name="T13" fmla="*/ 24 h 333"/>
                  <a:gd name="T14" fmla="*/ 63 w 340"/>
                  <a:gd name="T15" fmla="*/ 46 h 333"/>
                  <a:gd name="T16" fmla="*/ 42 w 340"/>
                  <a:gd name="T17" fmla="*/ 67 h 333"/>
                  <a:gd name="T18" fmla="*/ 0 w 340"/>
                  <a:gd name="T19" fmla="*/ 94 h 333"/>
                  <a:gd name="T20" fmla="*/ 140 w 340"/>
                  <a:gd name="T21" fmla="*/ 235 h 333"/>
                  <a:gd name="T22" fmla="*/ 207 w 340"/>
                  <a:gd name="T23" fmla="*/ 324 h 333"/>
                  <a:gd name="T24" fmla="*/ 242 w 340"/>
                  <a:gd name="T25" fmla="*/ 333 h 333"/>
                  <a:gd name="T26" fmla="*/ 340 w 340"/>
                  <a:gd name="T27" fmla="*/ 235 h 333"/>
                  <a:gd name="T28" fmla="*/ 330 w 340"/>
                  <a:gd name="T29" fmla="*/ 199 h 333"/>
                  <a:gd name="T30" fmla="*/ 242 w 340"/>
                  <a:gd name="T31" fmla="*/ 133 h 333"/>
                  <a:gd name="T32" fmla="*/ 109 w 340"/>
                  <a:gd name="T33" fmla="*/ 0 h 333"/>
                  <a:gd name="T34" fmla="*/ 96 w 340"/>
                  <a:gd name="T35" fmla="*/ 13 h 333"/>
                  <a:gd name="T36" fmla="*/ 75 w 340"/>
                  <a:gd name="T37" fmla="*/ 3 h 3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40" h="333">
                    <a:moveTo>
                      <a:pt x="232" y="183"/>
                    </a:moveTo>
                    <a:cubicBezTo>
                      <a:pt x="255" y="183"/>
                      <a:pt x="274" y="201"/>
                      <a:pt x="274" y="224"/>
                    </a:cubicBezTo>
                    <a:cubicBezTo>
                      <a:pt x="274" y="247"/>
                      <a:pt x="255" y="266"/>
                      <a:pt x="232" y="266"/>
                    </a:cubicBezTo>
                    <a:cubicBezTo>
                      <a:pt x="210" y="266"/>
                      <a:pt x="191" y="247"/>
                      <a:pt x="191" y="224"/>
                    </a:cubicBezTo>
                    <a:cubicBezTo>
                      <a:pt x="191" y="201"/>
                      <a:pt x="210" y="183"/>
                      <a:pt x="232" y="183"/>
                    </a:cubicBezTo>
                    <a:close/>
                    <a:moveTo>
                      <a:pt x="75" y="3"/>
                    </a:moveTo>
                    <a:lnTo>
                      <a:pt x="85" y="24"/>
                    </a:lnTo>
                    <a:lnTo>
                      <a:pt x="63" y="46"/>
                    </a:lnTo>
                    <a:lnTo>
                      <a:pt x="42" y="67"/>
                    </a:lnTo>
                    <a:cubicBezTo>
                      <a:pt x="30" y="79"/>
                      <a:pt x="15" y="88"/>
                      <a:pt x="0" y="94"/>
                    </a:cubicBezTo>
                    <a:lnTo>
                      <a:pt x="140" y="235"/>
                    </a:lnTo>
                    <a:lnTo>
                      <a:pt x="207" y="324"/>
                    </a:lnTo>
                    <a:lnTo>
                      <a:pt x="242" y="333"/>
                    </a:lnTo>
                    <a:lnTo>
                      <a:pt x="340" y="235"/>
                    </a:lnTo>
                    <a:lnTo>
                      <a:pt x="330" y="199"/>
                    </a:lnTo>
                    <a:lnTo>
                      <a:pt x="242" y="133"/>
                    </a:lnTo>
                    <a:lnTo>
                      <a:pt x="109" y="0"/>
                    </a:lnTo>
                    <a:lnTo>
                      <a:pt x="96" y="13"/>
                    </a:lnTo>
                    <a:lnTo>
                      <a:pt x="75" y="3"/>
                    </a:ln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srgbClr val="21A3D0"/>
                  </a:solidFill>
                  <a:latin typeface="Arial" panose="020B0604020202020204"/>
                  <a:ea typeface="微软雅黑" panose="020B0503020204020204" charset="-122"/>
                </a:endParaRPr>
              </a:p>
            </p:txBody>
          </p:sp>
          <p:sp>
            <p:nvSpPr>
              <p:cNvPr id="20" name="Freeform 21"/>
              <p:cNvSpPr/>
              <p:nvPr/>
            </p:nvSpPr>
            <p:spPr bwMode="auto">
              <a:xfrm>
                <a:off x="4699000" y="4643438"/>
                <a:ext cx="153987" cy="153988"/>
              </a:xfrm>
              <a:custGeom>
                <a:avLst/>
                <a:gdLst>
                  <a:gd name="T0" fmla="*/ 288 w 354"/>
                  <a:gd name="T1" fmla="*/ 281 h 355"/>
                  <a:gd name="T2" fmla="*/ 311 w 354"/>
                  <a:gd name="T3" fmla="*/ 258 h 355"/>
                  <a:gd name="T4" fmla="*/ 332 w 354"/>
                  <a:gd name="T5" fmla="*/ 269 h 355"/>
                  <a:gd name="T6" fmla="*/ 321 w 354"/>
                  <a:gd name="T7" fmla="*/ 248 h 355"/>
                  <a:gd name="T8" fmla="*/ 344 w 354"/>
                  <a:gd name="T9" fmla="*/ 225 h 355"/>
                  <a:gd name="T10" fmla="*/ 346 w 354"/>
                  <a:gd name="T11" fmla="*/ 223 h 355"/>
                  <a:gd name="T12" fmla="*/ 354 w 354"/>
                  <a:gd name="T13" fmla="*/ 185 h 355"/>
                  <a:gd name="T14" fmla="*/ 170 w 354"/>
                  <a:gd name="T15" fmla="*/ 1 h 355"/>
                  <a:gd name="T16" fmla="*/ 153 w 354"/>
                  <a:gd name="T17" fmla="*/ 17 h 355"/>
                  <a:gd name="T18" fmla="*/ 222 w 354"/>
                  <a:gd name="T19" fmla="*/ 127 h 355"/>
                  <a:gd name="T20" fmla="*/ 126 w 354"/>
                  <a:gd name="T21" fmla="*/ 223 h 355"/>
                  <a:gd name="T22" fmla="*/ 16 w 354"/>
                  <a:gd name="T23" fmla="*/ 154 h 355"/>
                  <a:gd name="T24" fmla="*/ 0 w 354"/>
                  <a:gd name="T25" fmla="*/ 171 h 355"/>
                  <a:gd name="T26" fmla="*/ 184 w 354"/>
                  <a:gd name="T27" fmla="*/ 355 h 355"/>
                  <a:gd name="T28" fmla="*/ 237 w 354"/>
                  <a:gd name="T29" fmla="*/ 340 h 355"/>
                  <a:gd name="T30" fmla="*/ 240 w 354"/>
                  <a:gd name="T31" fmla="*/ 344 h 355"/>
                  <a:gd name="T32" fmla="*/ 268 w 354"/>
                  <a:gd name="T33" fmla="*/ 301 h 355"/>
                  <a:gd name="T34" fmla="*/ 288 w 354"/>
                  <a:gd name="T35" fmla="*/ 281 h 3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54" h="355">
                    <a:moveTo>
                      <a:pt x="288" y="281"/>
                    </a:moveTo>
                    <a:lnTo>
                      <a:pt x="311" y="258"/>
                    </a:lnTo>
                    <a:lnTo>
                      <a:pt x="332" y="269"/>
                    </a:lnTo>
                    <a:lnTo>
                      <a:pt x="321" y="248"/>
                    </a:lnTo>
                    <a:lnTo>
                      <a:pt x="344" y="225"/>
                    </a:lnTo>
                    <a:lnTo>
                      <a:pt x="346" y="223"/>
                    </a:lnTo>
                    <a:cubicBezTo>
                      <a:pt x="351" y="210"/>
                      <a:pt x="354" y="197"/>
                      <a:pt x="354" y="185"/>
                    </a:cubicBezTo>
                    <a:cubicBezTo>
                      <a:pt x="354" y="91"/>
                      <a:pt x="264" y="0"/>
                      <a:pt x="170" y="1"/>
                    </a:cubicBezTo>
                    <a:cubicBezTo>
                      <a:pt x="170" y="1"/>
                      <a:pt x="159" y="11"/>
                      <a:pt x="153" y="17"/>
                    </a:cubicBezTo>
                    <a:cubicBezTo>
                      <a:pt x="229" y="93"/>
                      <a:pt x="222" y="80"/>
                      <a:pt x="222" y="127"/>
                    </a:cubicBezTo>
                    <a:cubicBezTo>
                      <a:pt x="222" y="164"/>
                      <a:pt x="162" y="223"/>
                      <a:pt x="126" y="223"/>
                    </a:cubicBezTo>
                    <a:cubicBezTo>
                      <a:pt x="78" y="223"/>
                      <a:pt x="93" y="231"/>
                      <a:pt x="16" y="154"/>
                    </a:cubicBezTo>
                    <a:cubicBezTo>
                      <a:pt x="10" y="160"/>
                      <a:pt x="0" y="171"/>
                      <a:pt x="0" y="171"/>
                    </a:cubicBezTo>
                    <a:cubicBezTo>
                      <a:pt x="1" y="265"/>
                      <a:pt x="90" y="355"/>
                      <a:pt x="184" y="355"/>
                    </a:cubicBezTo>
                    <a:cubicBezTo>
                      <a:pt x="201" y="355"/>
                      <a:pt x="219" y="349"/>
                      <a:pt x="237" y="340"/>
                    </a:cubicBezTo>
                    <a:lnTo>
                      <a:pt x="240" y="344"/>
                    </a:lnTo>
                    <a:cubicBezTo>
                      <a:pt x="246" y="328"/>
                      <a:pt x="255" y="314"/>
                      <a:pt x="268" y="301"/>
                    </a:cubicBezTo>
                    <a:lnTo>
                      <a:pt x="288" y="281"/>
                    </a:ln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srgbClr val="21A3D0"/>
                  </a:solidFill>
                  <a:latin typeface="Arial" panose="020B0604020202020204"/>
                  <a:ea typeface="微软雅黑" panose="020B0503020204020204" charset="-122"/>
                </a:endParaRPr>
              </a:p>
            </p:txBody>
          </p:sp>
          <p:sp>
            <p:nvSpPr>
              <p:cNvPr id="21" name="Freeform 22"/>
              <p:cNvSpPr/>
              <p:nvPr/>
            </p:nvSpPr>
            <p:spPr bwMode="auto">
              <a:xfrm>
                <a:off x="4699000" y="4643438"/>
                <a:ext cx="346075" cy="342900"/>
              </a:xfrm>
              <a:custGeom>
                <a:avLst/>
                <a:gdLst>
                  <a:gd name="T0" fmla="*/ 771 w 800"/>
                  <a:gd name="T1" fmla="*/ 76 h 791"/>
                  <a:gd name="T2" fmla="*/ 716 w 800"/>
                  <a:gd name="T3" fmla="*/ 22 h 791"/>
                  <a:gd name="T4" fmla="*/ 663 w 800"/>
                  <a:gd name="T5" fmla="*/ 0 h 791"/>
                  <a:gd name="T6" fmla="*/ 610 w 800"/>
                  <a:gd name="T7" fmla="*/ 22 h 791"/>
                  <a:gd name="T8" fmla="*/ 376 w 800"/>
                  <a:gd name="T9" fmla="*/ 256 h 791"/>
                  <a:gd name="T10" fmla="*/ 366 w 800"/>
                  <a:gd name="T11" fmla="*/ 302 h 791"/>
                  <a:gd name="T12" fmla="*/ 335 w 800"/>
                  <a:gd name="T13" fmla="*/ 315 h 791"/>
                  <a:gd name="T14" fmla="*/ 320 w 800"/>
                  <a:gd name="T15" fmla="*/ 312 h 791"/>
                  <a:gd name="T16" fmla="*/ 300 w 800"/>
                  <a:gd name="T17" fmla="*/ 332 h 791"/>
                  <a:gd name="T18" fmla="*/ 300 w 800"/>
                  <a:gd name="T19" fmla="*/ 438 h 791"/>
                  <a:gd name="T20" fmla="*/ 303 w 800"/>
                  <a:gd name="T21" fmla="*/ 442 h 791"/>
                  <a:gd name="T22" fmla="*/ 120 w 800"/>
                  <a:gd name="T23" fmla="*/ 625 h 791"/>
                  <a:gd name="T24" fmla="*/ 72 w 800"/>
                  <a:gd name="T25" fmla="*/ 643 h 791"/>
                  <a:gd name="T26" fmla="*/ 0 w 800"/>
                  <a:gd name="T27" fmla="*/ 745 h 791"/>
                  <a:gd name="T28" fmla="*/ 46 w 800"/>
                  <a:gd name="T29" fmla="*/ 791 h 791"/>
                  <a:gd name="T30" fmla="*/ 148 w 800"/>
                  <a:gd name="T31" fmla="*/ 720 h 791"/>
                  <a:gd name="T32" fmla="*/ 166 w 800"/>
                  <a:gd name="T33" fmla="*/ 670 h 791"/>
                  <a:gd name="T34" fmla="*/ 349 w 800"/>
                  <a:gd name="T35" fmla="*/ 487 h 791"/>
                  <a:gd name="T36" fmla="*/ 355 w 800"/>
                  <a:gd name="T37" fmla="*/ 493 h 791"/>
                  <a:gd name="T38" fmla="*/ 407 w 800"/>
                  <a:gd name="T39" fmla="*/ 515 h 791"/>
                  <a:gd name="T40" fmla="*/ 460 w 800"/>
                  <a:gd name="T41" fmla="*/ 493 h 791"/>
                  <a:gd name="T42" fmla="*/ 481 w 800"/>
                  <a:gd name="T43" fmla="*/ 472 h 791"/>
                  <a:gd name="T44" fmla="*/ 490 w 800"/>
                  <a:gd name="T45" fmla="*/ 426 h 791"/>
                  <a:gd name="T46" fmla="*/ 522 w 800"/>
                  <a:gd name="T47" fmla="*/ 414 h 791"/>
                  <a:gd name="T48" fmla="*/ 536 w 800"/>
                  <a:gd name="T49" fmla="*/ 417 h 791"/>
                  <a:gd name="T50" fmla="*/ 771 w 800"/>
                  <a:gd name="T51" fmla="*/ 182 h 791"/>
                  <a:gd name="T52" fmla="*/ 771 w 800"/>
                  <a:gd name="T53" fmla="*/ 76 h 7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00" h="791">
                    <a:moveTo>
                      <a:pt x="771" y="76"/>
                    </a:moveTo>
                    <a:lnTo>
                      <a:pt x="716" y="22"/>
                    </a:lnTo>
                    <a:cubicBezTo>
                      <a:pt x="701" y="7"/>
                      <a:pt x="682" y="0"/>
                      <a:pt x="663" y="0"/>
                    </a:cubicBezTo>
                    <a:cubicBezTo>
                      <a:pt x="644" y="0"/>
                      <a:pt x="625" y="7"/>
                      <a:pt x="610" y="22"/>
                    </a:cubicBezTo>
                    <a:lnTo>
                      <a:pt x="376" y="256"/>
                    </a:lnTo>
                    <a:cubicBezTo>
                      <a:pt x="383" y="270"/>
                      <a:pt x="378" y="291"/>
                      <a:pt x="366" y="302"/>
                    </a:cubicBezTo>
                    <a:cubicBezTo>
                      <a:pt x="359" y="310"/>
                      <a:pt x="346" y="315"/>
                      <a:pt x="335" y="315"/>
                    </a:cubicBezTo>
                    <a:cubicBezTo>
                      <a:pt x="330" y="315"/>
                      <a:pt x="325" y="314"/>
                      <a:pt x="320" y="312"/>
                    </a:cubicBezTo>
                    <a:lnTo>
                      <a:pt x="300" y="332"/>
                    </a:lnTo>
                    <a:cubicBezTo>
                      <a:pt x="271" y="361"/>
                      <a:pt x="271" y="409"/>
                      <a:pt x="300" y="438"/>
                    </a:cubicBezTo>
                    <a:lnTo>
                      <a:pt x="303" y="442"/>
                    </a:lnTo>
                    <a:lnTo>
                      <a:pt x="120" y="625"/>
                    </a:lnTo>
                    <a:lnTo>
                      <a:pt x="72" y="643"/>
                    </a:lnTo>
                    <a:lnTo>
                      <a:pt x="0" y="745"/>
                    </a:lnTo>
                    <a:lnTo>
                      <a:pt x="46" y="791"/>
                    </a:lnTo>
                    <a:lnTo>
                      <a:pt x="148" y="720"/>
                    </a:lnTo>
                    <a:lnTo>
                      <a:pt x="166" y="670"/>
                    </a:lnTo>
                    <a:lnTo>
                      <a:pt x="349" y="487"/>
                    </a:lnTo>
                    <a:lnTo>
                      <a:pt x="355" y="493"/>
                    </a:lnTo>
                    <a:cubicBezTo>
                      <a:pt x="369" y="507"/>
                      <a:pt x="388" y="515"/>
                      <a:pt x="407" y="515"/>
                    </a:cubicBezTo>
                    <a:cubicBezTo>
                      <a:pt x="426" y="515"/>
                      <a:pt x="446" y="507"/>
                      <a:pt x="460" y="493"/>
                    </a:cubicBezTo>
                    <a:lnTo>
                      <a:pt x="481" y="472"/>
                    </a:lnTo>
                    <a:cubicBezTo>
                      <a:pt x="474" y="458"/>
                      <a:pt x="479" y="437"/>
                      <a:pt x="490" y="426"/>
                    </a:cubicBezTo>
                    <a:cubicBezTo>
                      <a:pt x="498" y="419"/>
                      <a:pt x="510" y="414"/>
                      <a:pt x="522" y="414"/>
                    </a:cubicBezTo>
                    <a:cubicBezTo>
                      <a:pt x="527" y="414"/>
                      <a:pt x="532" y="415"/>
                      <a:pt x="536" y="417"/>
                    </a:cubicBezTo>
                    <a:lnTo>
                      <a:pt x="771" y="182"/>
                    </a:lnTo>
                    <a:cubicBezTo>
                      <a:pt x="800" y="153"/>
                      <a:pt x="800" y="106"/>
                      <a:pt x="771" y="76"/>
                    </a:cubicBez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srgbClr val="21A3D0"/>
                  </a:solidFill>
                  <a:latin typeface="Arial" panose="020B0604020202020204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22" name="组合 21"/>
          <p:cNvGrpSpPr/>
          <p:nvPr userDrawn="1"/>
        </p:nvGrpSpPr>
        <p:grpSpPr>
          <a:xfrm>
            <a:off x="11501159" y="351889"/>
            <a:ext cx="465708" cy="472063"/>
            <a:chOff x="4910385" y="-2248866"/>
            <a:chExt cx="2093913" cy="2122488"/>
          </a:xfrm>
          <a:solidFill>
            <a:srgbClr val="0070C0"/>
          </a:solidFill>
        </p:grpSpPr>
        <p:sp>
          <p:nvSpPr>
            <p:cNvPr id="23" name="Freeform 6"/>
            <p:cNvSpPr>
              <a:spLocks noEditPoints="1"/>
            </p:cNvSpPr>
            <p:nvPr/>
          </p:nvSpPr>
          <p:spPr bwMode="auto">
            <a:xfrm>
              <a:off x="4910385" y="-2248866"/>
              <a:ext cx="2093913" cy="2122488"/>
            </a:xfrm>
            <a:custGeom>
              <a:avLst/>
              <a:gdLst>
                <a:gd name="T0" fmla="*/ 1391 w 2783"/>
                <a:gd name="T1" fmla="*/ 0 h 2783"/>
                <a:gd name="T2" fmla="*/ 0 w 2783"/>
                <a:gd name="T3" fmla="*/ 1391 h 2783"/>
                <a:gd name="T4" fmla="*/ 1391 w 2783"/>
                <a:gd name="T5" fmla="*/ 2783 h 2783"/>
                <a:gd name="T6" fmla="*/ 2783 w 2783"/>
                <a:gd name="T7" fmla="*/ 1391 h 2783"/>
                <a:gd name="T8" fmla="*/ 1391 w 2783"/>
                <a:gd name="T9" fmla="*/ 0 h 2783"/>
                <a:gd name="T10" fmla="*/ 1391 w 2783"/>
                <a:gd name="T11" fmla="*/ 55 h 2783"/>
                <a:gd name="T12" fmla="*/ 55 w 2783"/>
                <a:gd name="T13" fmla="*/ 1391 h 2783"/>
                <a:gd name="T14" fmla="*/ 1391 w 2783"/>
                <a:gd name="T15" fmla="*/ 2728 h 2783"/>
                <a:gd name="T16" fmla="*/ 2728 w 2783"/>
                <a:gd name="T17" fmla="*/ 1391 h 2783"/>
                <a:gd name="T18" fmla="*/ 1391 w 2783"/>
                <a:gd name="T19" fmla="*/ 55 h 2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83" h="2783">
                  <a:moveTo>
                    <a:pt x="1391" y="0"/>
                  </a:moveTo>
                  <a:cubicBezTo>
                    <a:pt x="623" y="0"/>
                    <a:pt x="0" y="623"/>
                    <a:pt x="0" y="1391"/>
                  </a:cubicBezTo>
                  <a:cubicBezTo>
                    <a:pt x="0" y="2160"/>
                    <a:pt x="623" y="2783"/>
                    <a:pt x="1391" y="2783"/>
                  </a:cubicBezTo>
                  <a:cubicBezTo>
                    <a:pt x="2160" y="2783"/>
                    <a:pt x="2783" y="2160"/>
                    <a:pt x="2783" y="1391"/>
                  </a:cubicBezTo>
                  <a:cubicBezTo>
                    <a:pt x="2783" y="623"/>
                    <a:pt x="2160" y="0"/>
                    <a:pt x="1391" y="0"/>
                  </a:cubicBezTo>
                  <a:close/>
                  <a:moveTo>
                    <a:pt x="1391" y="55"/>
                  </a:moveTo>
                  <a:cubicBezTo>
                    <a:pt x="654" y="55"/>
                    <a:pt x="55" y="654"/>
                    <a:pt x="55" y="1391"/>
                  </a:cubicBezTo>
                  <a:cubicBezTo>
                    <a:pt x="55" y="2129"/>
                    <a:pt x="654" y="2728"/>
                    <a:pt x="1391" y="2728"/>
                  </a:cubicBezTo>
                  <a:cubicBezTo>
                    <a:pt x="2129" y="2728"/>
                    <a:pt x="2728" y="2129"/>
                    <a:pt x="2728" y="1391"/>
                  </a:cubicBezTo>
                  <a:cubicBezTo>
                    <a:pt x="2728" y="654"/>
                    <a:pt x="2129" y="55"/>
                    <a:pt x="1391" y="55"/>
                  </a:cubicBezTo>
                  <a:close/>
                </a:path>
              </a:pathLst>
            </a:custGeom>
            <a:grpFill/>
            <a:ln>
              <a:solidFill>
                <a:srgbClr val="002060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DB6B9"/>
                </a:solidFill>
              </a:endParaRPr>
            </a:p>
          </p:txBody>
        </p:sp>
        <p:sp>
          <p:nvSpPr>
            <p:cNvPr id="24" name="Freeform 5"/>
            <p:cNvSpPr>
              <a:spLocks noEditPoints="1"/>
            </p:cNvSpPr>
            <p:nvPr/>
          </p:nvSpPr>
          <p:spPr bwMode="auto">
            <a:xfrm>
              <a:off x="5341463" y="-1826020"/>
              <a:ext cx="1381847" cy="1227579"/>
            </a:xfrm>
            <a:custGeom>
              <a:avLst/>
              <a:gdLst>
                <a:gd name="T0" fmla="*/ 746 w 1802"/>
                <a:gd name="T1" fmla="*/ 524 h 1618"/>
                <a:gd name="T2" fmla="*/ 223 w 1802"/>
                <a:gd name="T3" fmla="*/ 599 h 1618"/>
                <a:gd name="T4" fmla="*/ 223 w 1802"/>
                <a:gd name="T5" fmla="*/ 383 h 1618"/>
                <a:gd name="T6" fmla="*/ 1059 w 1802"/>
                <a:gd name="T7" fmla="*/ 458 h 1618"/>
                <a:gd name="T8" fmla="*/ 223 w 1802"/>
                <a:gd name="T9" fmla="*/ 383 h 1618"/>
                <a:gd name="T10" fmla="*/ 1059 w 1802"/>
                <a:gd name="T11" fmla="*/ 241 h 1618"/>
                <a:gd name="T12" fmla="*/ 223 w 1802"/>
                <a:gd name="T13" fmla="*/ 317 h 1618"/>
                <a:gd name="T14" fmla="*/ 0 w 1802"/>
                <a:gd name="T15" fmla="*/ 1182 h 1618"/>
                <a:gd name="T16" fmla="*/ 202 w 1802"/>
                <a:gd name="T17" fmla="*/ 1455 h 1618"/>
                <a:gd name="T18" fmla="*/ 1283 w 1802"/>
                <a:gd name="T19" fmla="*/ 1548 h 1618"/>
                <a:gd name="T20" fmla="*/ 1198 w 1802"/>
                <a:gd name="T21" fmla="*/ 1219 h 1618"/>
                <a:gd name="T22" fmla="*/ 382 w 1802"/>
                <a:gd name="T23" fmla="*/ 1228 h 1618"/>
                <a:gd name="T24" fmla="*/ 298 w 1802"/>
                <a:gd name="T25" fmla="*/ 1320 h 1618"/>
                <a:gd name="T26" fmla="*/ 84 w 1802"/>
                <a:gd name="T27" fmla="*/ 1164 h 1618"/>
                <a:gd name="T28" fmla="*/ 1198 w 1802"/>
                <a:gd name="T29" fmla="*/ 85 h 1618"/>
                <a:gd name="T30" fmla="*/ 1283 w 1802"/>
                <a:gd name="T31" fmla="*/ 840 h 1618"/>
                <a:gd name="T32" fmla="*/ 0 w 1802"/>
                <a:gd name="T33" fmla="*/ 0 h 1618"/>
                <a:gd name="T34" fmla="*/ 302 w 1802"/>
                <a:gd name="T35" fmla="*/ 1398 h 1618"/>
                <a:gd name="T36" fmla="*/ 972 w 1802"/>
                <a:gd name="T37" fmla="*/ 1492 h 1618"/>
                <a:gd name="T38" fmla="*/ 302 w 1802"/>
                <a:gd name="T39" fmla="*/ 1398 h 1618"/>
                <a:gd name="T40" fmla="*/ 1442 w 1802"/>
                <a:gd name="T41" fmla="*/ 1062 h 1618"/>
                <a:gd name="T42" fmla="*/ 993 w 1802"/>
                <a:gd name="T43" fmla="*/ 851 h 1618"/>
                <a:gd name="T44" fmla="*/ 1783 w 1802"/>
                <a:gd name="T45" fmla="*/ 1547 h 1618"/>
                <a:gd name="T46" fmla="*/ 1604 w 1802"/>
                <a:gd name="T47" fmla="*/ 1057 h 1618"/>
                <a:gd name="T48" fmla="*/ 1387 w 1802"/>
                <a:gd name="T49" fmla="*/ 940 h 1618"/>
                <a:gd name="T50" fmla="*/ 1393 w 1802"/>
                <a:gd name="T51" fmla="*/ 863 h 1618"/>
                <a:gd name="T52" fmla="*/ 1333 w 1802"/>
                <a:gd name="T53" fmla="*/ 914 h 1618"/>
                <a:gd name="T54" fmla="*/ 1360 w 1802"/>
                <a:gd name="T55" fmla="*/ 951 h 1618"/>
                <a:gd name="T56" fmla="*/ 1549 w 1802"/>
                <a:gd name="T57" fmla="*/ 1082 h 1618"/>
                <a:gd name="T58" fmla="*/ 1681 w 1802"/>
                <a:gd name="T59" fmla="*/ 1321 h 1618"/>
                <a:gd name="T60" fmla="*/ 1572 w 1802"/>
                <a:gd name="T61" fmla="*/ 1171 h 1618"/>
                <a:gd name="T62" fmla="*/ 1270 w 1802"/>
                <a:gd name="T63" fmla="*/ 1253 h 1618"/>
                <a:gd name="T64" fmla="*/ 1696 w 1802"/>
                <a:gd name="T65" fmla="*/ 1610 h 1618"/>
                <a:gd name="T66" fmla="*/ 1069 w 1802"/>
                <a:gd name="T67" fmla="*/ 618 h 1618"/>
                <a:gd name="T68" fmla="*/ 823 w 1802"/>
                <a:gd name="T69" fmla="*/ 496 h 1618"/>
                <a:gd name="T70" fmla="*/ 1007 w 1802"/>
                <a:gd name="T71" fmla="*/ 661 h 1618"/>
                <a:gd name="T72" fmla="*/ 941 w 1802"/>
                <a:gd name="T73" fmla="*/ 716 h 1618"/>
                <a:gd name="T74" fmla="*/ 810 w 1802"/>
                <a:gd name="T75" fmla="*/ 507 h 1618"/>
                <a:gd name="T76" fmla="*/ 889 w 1802"/>
                <a:gd name="T77" fmla="*/ 770 h 1618"/>
                <a:gd name="T78" fmla="*/ 1111 w 1802"/>
                <a:gd name="T79" fmla="*/ 712 h 1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802" h="1618">
                  <a:moveTo>
                    <a:pt x="223" y="524"/>
                  </a:moveTo>
                  <a:lnTo>
                    <a:pt x="746" y="524"/>
                  </a:lnTo>
                  <a:lnTo>
                    <a:pt x="746" y="599"/>
                  </a:lnTo>
                  <a:lnTo>
                    <a:pt x="223" y="599"/>
                  </a:lnTo>
                  <a:lnTo>
                    <a:pt x="223" y="524"/>
                  </a:lnTo>
                  <a:close/>
                  <a:moveTo>
                    <a:pt x="223" y="383"/>
                  </a:moveTo>
                  <a:lnTo>
                    <a:pt x="1059" y="383"/>
                  </a:lnTo>
                  <a:lnTo>
                    <a:pt x="1059" y="458"/>
                  </a:lnTo>
                  <a:lnTo>
                    <a:pt x="223" y="458"/>
                  </a:lnTo>
                  <a:lnTo>
                    <a:pt x="223" y="383"/>
                  </a:lnTo>
                  <a:close/>
                  <a:moveTo>
                    <a:pt x="223" y="241"/>
                  </a:moveTo>
                  <a:lnTo>
                    <a:pt x="1059" y="241"/>
                  </a:lnTo>
                  <a:lnTo>
                    <a:pt x="1059" y="317"/>
                  </a:lnTo>
                  <a:lnTo>
                    <a:pt x="223" y="317"/>
                  </a:lnTo>
                  <a:lnTo>
                    <a:pt x="223" y="241"/>
                  </a:lnTo>
                  <a:close/>
                  <a:moveTo>
                    <a:pt x="0" y="1182"/>
                  </a:moveTo>
                  <a:cubicBezTo>
                    <a:pt x="0" y="1254"/>
                    <a:pt x="9" y="1311"/>
                    <a:pt x="54" y="1369"/>
                  </a:cubicBezTo>
                  <a:cubicBezTo>
                    <a:pt x="92" y="1419"/>
                    <a:pt x="140" y="1446"/>
                    <a:pt x="202" y="1455"/>
                  </a:cubicBezTo>
                  <a:lnTo>
                    <a:pt x="1206" y="1612"/>
                  </a:lnTo>
                  <a:cubicBezTo>
                    <a:pt x="1248" y="1618"/>
                    <a:pt x="1283" y="1590"/>
                    <a:pt x="1283" y="1548"/>
                  </a:cubicBezTo>
                  <a:lnTo>
                    <a:pt x="1283" y="1335"/>
                  </a:lnTo>
                  <a:cubicBezTo>
                    <a:pt x="1254" y="1299"/>
                    <a:pt x="1226" y="1259"/>
                    <a:pt x="1198" y="1219"/>
                  </a:cubicBezTo>
                  <a:lnTo>
                    <a:pt x="1198" y="1490"/>
                  </a:lnTo>
                  <a:lnTo>
                    <a:pt x="382" y="1228"/>
                  </a:lnTo>
                  <a:cubicBezTo>
                    <a:pt x="372" y="1225"/>
                    <a:pt x="361" y="1229"/>
                    <a:pt x="356" y="1239"/>
                  </a:cubicBezTo>
                  <a:cubicBezTo>
                    <a:pt x="339" y="1273"/>
                    <a:pt x="319" y="1304"/>
                    <a:pt x="298" y="1320"/>
                  </a:cubicBezTo>
                  <a:cubicBezTo>
                    <a:pt x="239" y="1366"/>
                    <a:pt x="166" y="1357"/>
                    <a:pt x="121" y="1299"/>
                  </a:cubicBezTo>
                  <a:cubicBezTo>
                    <a:pt x="88" y="1256"/>
                    <a:pt x="84" y="1215"/>
                    <a:pt x="84" y="1164"/>
                  </a:cubicBezTo>
                  <a:lnTo>
                    <a:pt x="84" y="85"/>
                  </a:lnTo>
                  <a:lnTo>
                    <a:pt x="1198" y="85"/>
                  </a:lnTo>
                  <a:lnTo>
                    <a:pt x="1198" y="751"/>
                  </a:lnTo>
                  <a:lnTo>
                    <a:pt x="1283" y="840"/>
                  </a:lnTo>
                  <a:lnTo>
                    <a:pt x="1283" y="0"/>
                  </a:lnTo>
                  <a:lnTo>
                    <a:pt x="0" y="0"/>
                  </a:lnTo>
                  <a:lnTo>
                    <a:pt x="0" y="1182"/>
                  </a:lnTo>
                  <a:close/>
                  <a:moveTo>
                    <a:pt x="302" y="1398"/>
                  </a:moveTo>
                  <a:lnTo>
                    <a:pt x="970" y="1503"/>
                  </a:lnTo>
                  <a:cubicBezTo>
                    <a:pt x="977" y="1504"/>
                    <a:pt x="980" y="1494"/>
                    <a:pt x="972" y="1492"/>
                  </a:cubicBezTo>
                  <a:lnTo>
                    <a:pt x="390" y="1305"/>
                  </a:lnTo>
                  <a:cubicBezTo>
                    <a:pt x="364" y="1349"/>
                    <a:pt x="344" y="1371"/>
                    <a:pt x="302" y="1398"/>
                  </a:cubicBezTo>
                  <a:close/>
                  <a:moveTo>
                    <a:pt x="1131" y="735"/>
                  </a:moveTo>
                  <a:lnTo>
                    <a:pt x="1442" y="1062"/>
                  </a:lnTo>
                  <a:lnTo>
                    <a:pt x="1264" y="1213"/>
                  </a:lnTo>
                  <a:lnTo>
                    <a:pt x="993" y="851"/>
                  </a:lnTo>
                  <a:lnTo>
                    <a:pt x="1131" y="735"/>
                  </a:lnTo>
                  <a:close/>
                  <a:moveTo>
                    <a:pt x="1783" y="1547"/>
                  </a:moveTo>
                  <a:cubicBezTo>
                    <a:pt x="1788" y="1530"/>
                    <a:pt x="1791" y="1511"/>
                    <a:pt x="1793" y="1489"/>
                  </a:cubicBezTo>
                  <a:cubicBezTo>
                    <a:pt x="1802" y="1343"/>
                    <a:pt x="1781" y="1146"/>
                    <a:pt x="1604" y="1057"/>
                  </a:cubicBezTo>
                  <a:cubicBezTo>
                    <a:pt x="1550" y="1030"/>
                    <a:pt x="1446" y="989"/>
                    <a:pt x="1408" y="959"/>
                  </a:cubicBezTo>
                  <a:cubicBezTo>
                    <a:pt x="1399" y="952"/>
                    <a:pt x="1392" y="946"/>
                    <a:pt x="1387" y="940"/>
                  </a:cubicBezTo>
                  <a:cubicBezTo>
                    <a:pt x="1392" y="939"/>
                    <a:pt x="1397" y="937"/>
                    <a:pt x="1401" y="933"/>
                  </a:cubicBezTo>
                  <a:cubicBezTo>
                    <a:pt x="1418" y="919"/>
                    <a:pt x="1414" y="888"/>
                    <a:pt x="1393" y="863"/>
                  </a:cubicBezTo>
                  <a:cubicBezTo>
                    <a:pt x="1373" y="838"/>
                    <a:pt x="1342" y="830"/>
                    <a:pt x="1325" y="844"/>
                  </a:cubicBezTo>
                  <a:cubicBezTo>
                    <a:pt x="1309" y="858"/>
                    <a:pt x="1312" y="890"/>
                    <a:pt x="1333" y="914"/>
                  </a:cubicBezTo>
                  <a:cubicBezTo>
                    <a:pt x="1338" y="920"/>
                    <a:pt x="1343" y="925"/>
                    <a:pt x="1349" y="929"/>
                  </a:cubicBezTo>
                  <a:cubicBezTo>
                    <a:pt x="1351" y="937"/>
                    <a:pt x="1355" y="944"/>
                    <a:pt x="1360" y="951"/>
                  </a:cubicBezTo>
                  <a:cubicBezTo>
                    <a:pt x="1367" y="963"/>
                    <a:pt x="1379" y="975"/>
                    <a:pt x="1394" y="986"/>
                  </a:cubicBezTo>
                  <a:cubicBezTo>
                    <a:pt x="1436" y="1019"/>
                    <a:pt x="1494" y="1051"/>
                    <a:pt x="1549" y="1082"/>
                  </a:cubicBezTo>
                  <a:cubicBezTo>
                    <a:pt x="1666" y="1148"/>
                    <a:pt x="1695" y="1231"/>
                    <a:pt x="1700" y="1321"/>
                  </a:cubicBezTo>
                  <a:cubicBezTo>
                    <a:pt x="1701" y="1334"/>
                    <a:pt x="1694" y="1341"/>
                    <a:pt x="1681" y="1321"/>
                  </a:cubicBezTo>
                  <a:cubicBezTo>
                    <a:pt x="1677" y="1316"/>
                    <a:pt x="1673" y="1310"/>
                    <a:pt x="1670" y="1305"/>
                  </a:cubicBezTo>
                  <a:cubicBezTo>
                    <a:pt x="1643" y="1261"/>
                    <a:pt x="1610" y="1216"/>
                    <a:pt x="1572" y="1171"/>
                  </a:cubicBezTo>
                  <a:cubicBezTo>
                    <a:pt x="1542" y="1136"/>
                    <a:pt x="1512" y="1104"/>
                    <a:pt x="1481" y="1075"/>
                  </a:cubicBezTo>
                  <a:lnTo>
                    <a:pt x="1270" y="1253"/>
                  </a:lnTo>
                  <a:cubicBezTo>
                    <a:pt x="1293" y="1288"/>
                    <a:pt x="1320" y="1324"/>
                    <a:pt x="1350" y="1359"/>
                  </a:cubicBezTo>
                  <a:cubicBezTo>
                    <a:pt x="1476" y="1508"/>
                    <a:pt x="1615" y="1606"/>
                    <a:pt x="1696" y="1610"/>
                  </a:cubicBezTo>
                  <a:cubicBezTo>
                    <a:pt x="1739" y="1613"/>
                    <a:pt x="1770" y="1585"/>
                    <a:pt x="1783" y="1547"/>
                  </a:cubicBezTo>
                  <a:close/>
                  <a:moveTo>
                    <a:pt x="1069" y="618"/>
                  </a:moveTo>
                  <a:lnTo>
                    <a:pt x="835" y="486"/>
                  </a:lnTo>
                  <a:lnTo>
                    <a:pt x="823" y="496"/>
                  </a:lnTo>
                  <a:lnTo>
                    <a:pt x="953" y="651"/>
                  </a:lnTo>
                  <a:cubicBezTo>
                    <a:pt x="971" y="641"/>
                    <a:pt x="993" y="645"/>
                    <a:pt x="1007" y="661"/>
                  </a:cubicBezTo>
                  <a:cubicBezTo>
                    <a:pt x="1022" y="679"/>
                    <a:pt x="1020" y="706"/>
                    <a:pt x="1002" y="722"/>
                  </a:cubicBezTo>
                  <a:cubicBezTo>
                    <a:pt x="984" y="737"/>
                    <a:pt x="957" y="734"/>
                    <a:pt x="941" y="716"/>
                  </a:cubicBezTo>
                  <a:cubicBezTo>
                    <a:pt x="928" y="700"/>
                    <a:pt x="928" y="677"/>
                    <a:pt x="940" y="662"/>
                  </a:cubicBezTo>
                  <a:lnTo>
                    <a:pt x="810" y="507"/>
                  </a:lnTo>
                  <a:lnTo>
                    <a:pt x="797" y="518"/>
                  </a:lnTo>
                  <a:lnTo>
                    <a:pt x="889" y="770"/>
                  </a:lnTo>
                  <a:lnTo>
                    <a:pt x="974" y="828"/>
                  </a:lnTo>
                  <a:lnTo>
                    <a:pt x="1111" y="712"/>
                  </a:lnTo>
                  <a:lnTo>
                    <a:pt x="1069" y="618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21A3D0"/>
                </a:solidFill>
              </a:endParaRPr>
            </a:p>
          </p:txBody>
        </p:sp>
      </p:grpSp>
      <p:sp>
        <p:nvSpPr>
          <p:cNvPr id="26" name="矩形 25"/>
          <p:cNvSpPr/>
          <p:nvPr userDrawn="1"/>
        </p:nvSpPr>
        <p:spPr>
          <a:xfrm>
            <a:off x="1" y="3111689"/>
            <a:ext cx="368490" cy="1924335"/>
          </a:xfrm>
          <a:prstGeom prst="rect">
            <a:avLst/>
          </a:prstGeom>
          <a:solidFill>
            <a:srgbClr val="17406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+mn-cs"/>
            </a:endParaRPr>
          </a:p>
        </p:txBody>
      </p:sp>
      <p:grpSp>
        <p:nvGrpSpPr>
          <p:cNvPr id="36" name="组合 35"/>
          <p:cNvGrpSpPr/>
          <p:nvPr userDrawn="1"/>
        </p:nvGrpSpPr>
        <p:grpSpPr>
          <a:xfrm>
            <a:off x="287628" y="196812"/>
            <a:ext cx="3572314" cy="866846"/>
            <a:chOff x="583188" y="474517"/>
            <a:chExt cx="4358865" cy="1057708"/>
          </a:xfrm>
        </p:grpSpPr>
        <p:pic>
          <p:nvPicPr>
            <p:cNvPr id="31" name="图片 30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3188" y="474517"/>
              <a:ext cx="1029183" cy="1057708"/>
            </a:xfrm>
            <a:prstGeom prst="rect">
              <a:avLst/>
            </a:prstGeom>
          </p:spPr>
        </p:pic>
        <p:pic>
          <p:nvPicPr>
            <p:cNvPr id="33" name="图片 32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1055" y="480028"/>
              <a:ext cx="2920490" cy="761353"/>
            </a:xfrm>
            <a:prstGeom prst="rect">
              <a:avLst/>
            </a:prstGeom>
          </p:spPr>
        </p:pic>
        <p:sp>
          <p:nvSpPr>
            <p:cNvPr id="34" name="矩形 33"/>
            <p:cNvSpPr/>
            <p:nvPr userDrawn="1"/>
          </p:nvSpPr>
          <p:spPr>
            <a:xfrm>
              <a:off x="1700548" y="1241379"/>
              <a:ext cx="3241505" cy="2816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900" b="1" kern="100" spc="-80" baseline="0" dirty="0">
                  <a:solidFill>
                    <a:srgbClr val="36456E"/>
                  </a:solidFill>
                  <a:latin typeface="微软雅黑" panose="020B0503020204020204" charset="-122"/>
                  <a:ea typeface="微软雅黑" panose="020B0503020204020204" charset="-122"/>
                </a:rPr>
                <a:t>BEIJING UNIVERSITY OF CHEMICAL TECHNOLOGY</a:t>
              </a:r>
            </a:p>
          </p:txBody>
        </p:sp>
      </p:grpSp>
      <p:pic>
        <p:nvPicPr>
          <p:cNvPr id="39" name="图片 38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15"/>
          <a:stretch>
            <a:fillRect/>
          </a:stretch>
        </p:blipFill>
        <p:spPr>
          <a:xfrm>
            <a:off x="6972301" y="1725722"/>
            <a:ext cx="5219700" cy="354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604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00"/>
    </mc:Choice>
    <mc:Fallback xmlns="">
      <p:transition spd="slow" advTm="4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5.jpe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D6899EE-8761-4EEF-899A-1B60B51F6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37C8AC2-D977-4DA9-B30D-F53D5E953B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E5FB71-2EAD-4EE6-8E3D-29888AFC83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FB35D-0FC6-42A0-A1BF-DC28B29435BE}" type="datetime1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DFF2DB-A401-4EE9-A27D-1097C64BCD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8DE35D-3CAF-416D-9089-B7A6862B4B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AF095B-0CF0-4B80-866C-2A0A4A9CB21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2907EB0-0D0A-4353-99EC-21BCAC9023B0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508304" y="346814"/>
            <a:ext cx="2400327" cy="668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781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92" r:id="rId12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C35B7C-9CA1-4257-8EBB-4A49DF31859F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4C7477-D746-4D99-BFA2-807D366EBA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8556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178922" y="643970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4CA4EA-A514-4649-B5D6-E63C76E422AF}" type="datetime1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315994" y="643970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9A888-F0A6-497F-A203-744BF10280C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0" y="6445605"/>
            <a:ext cx="12191999" cy="4190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-1" y="6445605"/>
            <a:ext cx="1062446" cy="41909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3467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</p:sldLayoutIdLst>
  <mc:AlternateContent xmlns:mc="http://schemas.openxmlformats.org/markup-compatibility/2006" xmlns:p14="http://schemas.microsoft.com/office/powerpoint/2010/main">
    <mc:Choice Requires="p14">
      <p:transition spd="slow" p14:dur="2000" advTm="4000"/>
    </mc:Choice>
    <mc:Fallback xmlns="">
      <p:transition spd="slow" advTm="4000"/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64592" y="3429000"/>
            <a:ext cx="75346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7406D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安装和配置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17406D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PyCharm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7406D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工具</a:t>
            </a:r>
          </a:p>
        </p:txBody>
      </p:sp>
      <p:sp>
        <p:nvSpPr>
          <p:cNvPr id="8" name="矩形 7"/>
          <p:cNvSpPr/>
          <p:nvPr/>
        </p:nvSpPr>
        <p:spPr>
          <a:xfrm>
            <a:off x="7468449" y="2918961"/>
            <a:ext cx="3665948" cy="19243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688"/>
    </mc:Choice>
    <mc:Fallback xmlns="">
      <p:transition spd="slow" advTm="968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-1" y="511462"/>
            <a:ext cx="3593805" cy="902667"/>
            <a:chOff x="0" y="543361"/>
            <a:chExt cx="3370216" cy="632083"/>
          </a:xfrm>
        </p:grpSpPr>
        <p:grpSp>
          <p:nvGrpSpPr>
            <p:cNvPr id="5" name="组合 4"/>
            <p:cNvGrpSpPr/>
            <p:nvPr/>
          </p:nvGrpSpPr>
          <p:grpSpPr>
            <a:xfrm>
              <a:off x="0" y="543361"/>
              <a:ext cx="3370216" cy="493479"/>
              <a:chOff x="0" y="288813"/>
              <a:chExt cx="3370216" cy="493479"/>
            </a:xfrm>
            <a:solidFill>
              <a:srgbClr val="131426"/>
            </a:solidFill>
          </p:grpSpPr>
          <p:sp>
            <p:nvSpPr>
              <p:cNvPr id="7" name="矩形 6"/>
              <p:cNvSpPr/>
              <p:nvPr/>
            </p:nvSpPr>
            <p:spPr>
              <a:xfrm>
                <a:off x="0" y="288813"/>
                <a:ext cx="3052812" cy="493479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直角三角形 7"/>
              <p:cNvSpPr/>
              <p:nvPr/>
            </p:nvSpPr>
            <p:spPr>
              <a:xfrm>
                <a:off x="3052811" y="292635"/>
                <a:ext cx="317405" cy="489657"/>
              </a:xfrm>
              <a:prstGeom prst="rtTriangl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6" name="文本框 3"/>
            <p:cNvSpPr txBox="1"/>
            <p:nvPr/>
          </p:nvSpPr>
          <p:spPr>
            <a:xfrm>
              <a:off x="898051" y="590669"/>
              <a:ext cx="149232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目   录</a:t>
              </a:r>
            </a:p>
          </p:txBody>
        </p:sp>
      </p:grpSp>
      <p:grpSp>
        <p:nvGrpSpPr>
          <p:cNvPr id="129" name="组合 128"/>
          <p:cNvGrpSpPr/>
          <p:nvPr/>
        </p:nvGrpSpPr>
        <p:grpSpPr>
          <a:xfrm>
            <a:off x="11550315" y="6507183"/>
            <a:ext cx="299785" cy="299785"/>
            <a:chOff x="11550315" y="6496550"/>
            <a:chExt cx="299785" cy="299785"/>
          </a:xfrm>
        </p:grpSpPr>
        <p:sp>
          <p:nvSpPr>
            <p:cNvPr id="130" name="椭圆 129"/>
            <p:cNvSpPr/>
            <p:nvPr/>
          </p:nvSpPr>
          <p:spPr>
            <a:xfrm>
              <a:off x="11550315" y="6496550"/>
              <a:ext cx="299785" cy="299785"/>
            </a:xfrm>
            <a:prstGeom prst="ellipse">
              <a:avLst/>
            </a:prstGeom>
            <a:solidFill>
              <a:srgbClr val="FCF8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1" name="右箭头 130"/>
            <p:cNvSpPr/>
            <p:nvPr/>
          </p:nvSpPr>
          <p:spPr>
            <a:xfrm>
              <a:off x="11640049" y="6556709"/>
              <a:ext cx="144379" cy="168442"/>
            </a:xfrm>
            <a:prstGeom prst="rightArrow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32" name="组合 131"/>
          <p:cNvGrpSpPr/>
          <p:nvPr/>
        </p:nvGrpSpPr>
        <p:grpSpPr>
          <a:xfrm flipH="1">
            <a:off x="11055771" y="6507183"/>
            <a:ext cx="299785" cy="299785"/>
            <a:chOff x="11550315" y="6496550"/>
            <a:chExt cx="299785" cy="299785"/>
          </a:xfrm>
        </p:grpSpPr>
        <p:sp>
          <p:nvSpPr>
            <p:cNvPr id="133" name="椭圆 132"/>
            <p:cNvSpPr/>
            <p:nvPr/>
          </p:nvSpPr>
          <p:spPr>
            <a:xfrm>
              <a:off x="11550315" y="6496550"/>
              <a:ext cx="299785" cy="299785"/>
            </a:xfrm>
            <a:prstGeom prst="ellipse">
              <a:avLst/>
            </a:prstGeom>
            <a:solidFill>
              <a:srgbClr val="FCF8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4" name="右箭头 133"/>
            <p:cNvSpPr/>
            <p:nvPr/>
          </p:nvSpPr>
          <p:spPr>
            <a:xfrm>
              <a:off x="11640049" y="6556709"/>
              <a:ext cx="144379" cy="168442"/>
            </a:xfrm>
            <a:prstGeom prst="rightArrow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2622018" y="1731869"/>
            <a:ext cx="6947964" cy="737210"/>
            <a:chOff x="1098018" y="1340446"/>
            <a:chExt cx="6947964" cy="737210"/>
          </a:xfrm>
        </p:grpSpPr>
        <p:sp>
          <p:nvSpPr>
            <p:cNvPr id="44" name="任意多边形 43"/>
            <p:cNvSpPr/>
            <p:nvPr/>
          </p:nvSpPr>
          <p:spPr>
            <a:xfrm>
              <a:off x="2699790" y="1414168"/>
              <a:ext cx="5346192" cy="589768"/>
            </a:xfrm>
            <a:custGeom>
              <a:avLst/>
              <a:gdLst>
                <a:gd name="connsiteX0" fmla="*/ 98297 w 589768"/>
                <a:gd name="connsiteY0" fmla="*/ 0 h 5346192"/>
                <a:gd name="connsiteX1" fmla="*/ 491471 w 589768"/>
                <a:gd name="connsiteY1" fmla="*/ 0 h 5346192"/>
                <a:gd name="connsiteX2" fmla="*/ 589768 w 589768"/>
                <a:gd name="connsiteY2" fmla="*/ 98297 h 5346192"/>
                <a:gd name="connsiteX3" fmla="*/ 589768 w 589768"/>
                <a:gd name="connsiteY3" fmla="*/ 5346192 h 5346192"/>
                <a:gd name="connsiteX4" fmla="*/ 589768 w 589768"/>
                <a:gd name="connsiteY4" fmla="*/ 5346192 h 5346192"/>
                <a:gd name="connsiteX5" fmla="*/ 0 w 589768"/>
                <a:gd name="connsiteY5" fmla="*/ 5346192 h 5346192"/>
                <a:gd name="connsiteX6" fmla="*/ 0 w 589768"/>
                <a:gd name="connsiteY6" fmla="*/ 5346192 h 5346192"/>
                <a:gd name="connsiteX7" fmla="*/ 0 w 589768"/>
                <a:gd name="connsiteY7" fmla="*/ 98297 h 5346192"/>
                <a:gd name="connsiteX8" fmla="*/ 98297 w 589768"/>
                <a:gd name="connsiteY8" fmla="*/ 0 h 5346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768" h="5346192">
                  <a:moveTo>
                    <a:pt x="589768" y="891056"/>
                  </a:moveTo>
                  <a:lnTo>
                    <a:pt x="589768" y="4455136"/>
                  </a:lnTo>
                  <a:cubicBezTo>
                    <a:pt x="589768" y="4947251"/>
                    <a:pt x="584913" y="5346187"/>
                    <a:pt x="578924" y="5346187"/>
                  </a:cubicBezTo>
                  <a:lnTo>
                    <a:pt x="0" y="5346187"/>
                  </a:lnTo>
                  <a:lnTo>
                    <a:pt x="0" y="5346187"/>
                  </a:lnTo>
                  <a:lnTo>
                    <a:pt x="0" y="5"/>
                  </a:lnTo>
                  <a:lnTo>
                    <a:pt x="0" y="5"/>
                  </a:lnTo>
                  <a:lnTo>
                    <a:pt x="578924" y="5"/>
                  </a:lnTo>
                  <a:cubicBezTo>
                    <a:pt x="584913" y="5"/>
                    <a:pt x="589768" y="398941"/>
                    <a:pt x="589768" y="891056"/>
                  </a:cubicBezTo>
                  <a:close/>
                </a:path>
              </a:pathLst>
            </a:custGeom>
          </p:spPr>
          <p:style>
            <a:lnRef idx="2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0" tIns="152615" rIns="276440" bIns="152615" numCol="1" spcCol="1270" anchor="ctr" anchorCtr="0">
              <a:noAutofit/>
            </a:bodyPr>
            <a:lstStyle/>
            <a:p>
              <a:pPr marL="171450" marR="0" lvl="1" indent="-171450" algn="l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PyCharm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简介</a:t>
              </a:r>
            </a:p>
          </p:txBody>
        </p:sp>
        <p:sp>
          <p:nvSpPr>
            <p:cNvPr id="45" name="任意多边形 44"/>
            <p:cNvSpPr/>
            <p:nvPr/>
          </p:nvSpPr>
          <p:spPr>
            <a:xfrm>
              <a:off x="1098018" y="1340446"/>
              <a:ext cx="1601772" cy="737210"/>
            </a:xfrm>
            <a:custGeom>
              <a:avLst/>
              <a:gdLst>
                <a:gd name="connsiteX0" fmla="*/ 0 w 1601772"/>
                <a:gd name="connsiteY0" fmla="*/ 122871 h 737210"/>
                <a:gd name="connsiteX1" fmla="*/ 122871 w 1601772"/>
                <a:gd name="connsiteY1" fmla="*/ 0 h 737210"/>
                <a:gd name="connsiteX2" fmla="*/ 1478901 w 1601772"/>
                <a:gd name="connsiteY2" fmla="*/ 0 h 737210"/>
                <a:gd name="connsiteX3" fmla="*/ 1601772 w 1601772"/>
                <a:gd name="connsiteY3" fmla="*/ 122871 h 737210"/>
                <a:gd name="connsiteX4" fmla="*/ 1601772 w 1601772"/>
                <a:gd name="connsiteY4" fmla="*/ 614339 h 737210"/>
                <a:gd name="connsiteX5" fmla="*/ 1478901 w 1601772"/>
                <a:gd name="connsiteY5" fmla="*/ 737210 h 737210"/>
                <a:gd name="connsiteX6" fmla="*/ 122871 w 1601772"/>
                <a:gd name="connsiteY6" fmla="*/ 737210 h 737210"/>
                <a:gd name="connsiteX7" fmla="*/ 0 w 1601772"/>
                <a:gd name="connsiteY7" fmla="*/ 614339 h 737210"/>
                <a:gd name="connsiteX8" fmla="*/ 0 w 1601772"/>
                <a:gd name="connsiteY8" fmla="*/ 122871 h 73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01772" h="737210">
                  <a:moveTo>
                    <a:pt x="0" y="122871"/>
                  </a:moveTo>
                  <a:cubicBezTo>
                    <a:pt x="0" y="55011"/>
                    <a:pt x="55011" y="0"/>
                    <a:pt x="122871" y="0"/>
                  </a:cubicBezTo>
                  <a:lnTo>
                    <a:pt x="1478901" y="0"/>
                  </a:lnTo>
                  <a:cubicBezTo>
                    <a:pt x="1546761" y="0"/>
                    <a:pt x="1601772" y="55011"/>
                    <a:pt x="1601772" y="122871"/>
                  </a:cubicBezTo>
                  <a:lnTo>
                    <a:pt x="1601772" y="614339"/>
                  </a:lnTo>
                  <a:cubicBezTo>
                    <a:pt x="1601772" y="682199"/>
                    <a:pt x="1546761" y="737210"/>
                    <a:pt x="1478901" y="737210"/>
                  </a:cubicBezTo>
                  <a:lnTo>
                    <a:pt x="122871" y="737210"/>
                  </a:lnTo>
                  <a:cubicBezTo>
                    <a:pt x="55011" y="737210"/>
                    <a:pt x="0" y="682199"/>
                    <a:pt x="0" y="614339"/>
                  </a:cubicBezTo>
                  <a:lnTo>
                    <a:pt x="0" y="122871"/>
                  </a:lnTo>
                  <a:close/>
                </a:path>
              </a:pathLst>
            </a:custGeom>
            <a:solidFill>
              <a:srgbClr val="002060"/>
            </a:solidFill>
          </p:spPr>
          <p:style>
            <a:lnRef idx="3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6958" tIns="106473" rIns="176958" bIns="106473" numCol="1" spcCol="1270" anchor="ctr" anchorCtr="0">
              <a:noAutofit/>
            </a:bodyPr>
            <a:lstStyle/>
            <a:p>
              <a:pPr marL="0" marR="0" lvl="0" indent="0" algn="ctr" defTabSz="16446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3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2622018" y="2505940"/>
            <a:ext cx="6947964" cy="737210"/>
            <a:chOff x="1098018" y="2114517"/>
            <a:chExt cx="6947964" cy="737210"/>
          </a:xfrm>
        </p:grpSpPr>
        <p:sp>
          <p:nvSpPr>
            <p:cNvPr id="47" name="任意多边形 46"/>
            <p:cNvSpPr/>
            <p:nvPr/>
          </p:nvSpPr>
          <p:spPr>
            <a:xfrm>
              <a:off x="2699790" y="2188239"/>
              <a:ext cx="5346192" cy="589768"/>
            </a:xfrm>
            <a:custGeom>
              <a:avLst/>
              <a:gdLst>
                <a:gd name="connsiteX0" fmla="*/ 98297 w 589768"/>
                <a:gd name="connsiteY0" fmla="*/ 0 h 5346192"/>
                <a:gd name="connsiteX1" fmla="*/ 491471 w 589768"/>
                <a:gd name="connsiteY1" fmla="*/ 0 h 5346192"/>
                <a:gd name="connsiteX2" fmla="*/ 589768 w 589768"/>
                <a:gd name="connsiteY2" fmla="*/ 98297 h 5346192"/>
                <a:gd name="connsiteX3" fmla="*/ 589768 w 589768"/>
                <a:gd name="connsiteY3" fmla="*/ 5346192 h 5346192"/>
                <a:gd name="connsiteX4" fmla="*/ 589768 w 589768"/>
                <a:gd name="connsiteY4" fmla="*/ 5346192 h 5346192"/>
                <a:gd name="connsiteX5" fmla="*/ 0 w 589768"/>
                <a:gd name="connsiteY5" fmla="*/ 5346192 h 5346192"/>
                <a:gd name="connsiteX6" fmla="*/ 0 w 589768"/>
                <a:gd name="connsiteY6" fmla="*/ 5346192 h 5346192"/>
                <a:gd name="connsiteX7" fmla="*/ 0 w 589768"/>
                <a:gd name="connsiteY7" fmla="*/ 98297 h 5346192"/>
                <a:gd name="connsiteX8" fmla="*/ 98297 w 589768"/>
                <a:gd name="connsiteY8" fmla="*/ 0 h 5346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768" h="5346192">
                  <a:moveTo>
                    <a:pt x="589768" y="891056"/>
                  </a:moveTo>
                  <a:lnTo>
                    <a:pt x="589768" y="4455136"/>
                  </a:lnTo>
                  <a:cubicBezTo>
                    <a:pt x="589768" y="4947251"/>
                    <a:pt x="584913" y="5346187"/>
                    <a:pt x="578924" y="5346187"/>
                  </a:cubicBezTo>
                  <a:lnTo>
                    <a:pt x="0" y="5346187"/>
                  </a:lnTo>
                  <a:lnTo>
                    <a:pt x="0" y="5346187"/>
                  </a:lnTo>
                  <a:lnTo>
                    <a:pt x="0" y="5"/>
                  </a:lnTo>
                  <a:lnTo>
                    <a:pt x="0" y="5"/>
                  </a:lnTo>
                  <a:lnTo>
                    <a:pt x="578924" y="5"/>
                  </a:lnTo>
                  <a:cubicBezTo>
                    <a:pt x="584913" y="5"/>
                    <a:pt x="589768" y="398941"/>
                    <a:pt x="589768" y="891056"/>
                  </a:cubicBezTo>
                  <a:close/>
                </a:path>
              </a:pathLst>
            </a:custGeom>
          </p:spPr>
          <p:style>
            <a:lnRef idx="2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0" tIns="152615" rIns="276440" bIns="152615" numCol="1" spcCol="1270" anchor="ctr" anchorCtr="0">
              <a:noAutofit/>
            </a:bodyPr>
            <a:lstStyle/>
            <a:p>
              <a:pPr marL="171450" marR="0" lvl="1" indent="-171450" algn="l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PyCharm</a:t>
              </a:r>
              <a:r>
                <a:rPr lang="zh-CN" altLang="en-US" sz="2400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latin typeface="Calibri"/>
                  <a:ea typeface="宋体" panose="02010600030101010101" pitchFamily="2" charset="-122"/>
                </a:rPr>
                <a:t>下载及安装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" name="任意多边形 47"/>
            <p:cNvSpPr/>
            <p:nvPr/>
          </p:nvSpPr>
          <p:spPr>
            <a:xfrm>
              <a:off x="1098018" y="2114517"/>
              <a:ext cx="1601772" cy="737210"/>
            </a:xfrm>
            <a:custGeom>
              <a:avLst/>
              <a:gdLst>
                <a:gd name="connsiteX0" fmla="*/ 0 w 1601772"/>
                <a:gd name="connsiteY0" fmla="*/ 122871 h 737210"/>
                <a:gd name="connsiteX1" fmla="*/ 122871 w 1601772"/>
                <a:gd name="connsiteY1" fmla="*/ 0 h 737210"/>
                <a:gd name="connsiteX2" fmla="*/ 1478901 w 1601772"/>
                <a:gd name="connsiteY2" fmla="*/ 0 h 737210"/>
                <a:gd name="connsiteX3" fmla="*/ 1601772 w 1601772"/>
                <a:gd name="connsiteY3" fmla="*/ 122871 h 737210"/>
                <a:gd name="connsiteX4" fmla="*/ 1601772 w 1601772"/>
                <a:gd name="connsiteY4" fmla="*/ 614339 h 737210"/>
                <a:gd name="connsiteX5" fmla="*/ 1478901 w 1601772"/>
                <a:gd name="connsiteY5" fmla="*/ 737210 h 737210"/>
                <a:gd name="connsiteX6" fmla="*/ 122871 w 1601772"/>
                <a:gd name="connsiteY6" fmla="*/ 737210 h 737210"/>
                <a:gd name="connsiteX7" fmla="*/ 0 w 1601772"/>
                <a:gd name="connsiteY7" fmla="*/ 614339 h 737210"/>
                <a:gd name="connsiteX8" fmla="*/ 0 w 1601772"/>
                <a:gd name="connsiteY8" fmla="*/ 122871 h 73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01772" h="737210">
                  <a:moveTo>
                    <a:pt x="0" y="122871"/>
                  </a:moveTo>
                  <a:cubicBezTo>
                    <a:pt x="0" y="55011"/>
                    <a:pt x="55011" y="0"/>
                    <a:pt x="122871" y="0"/>
                  </a:cubicBezTo>
                  <a:lnTo>
                    <a:pt x="1478901" y="0"/>
                  </a:lnTo>
                  <a:cubicBezTo>
                    <a:pt x="1546761" y="0"/>
                    <a:pt x="1601772" y="55011"/>
                    <a:pt x="1601772" y="122871"/>
                  </a:cubicBezTo>
                  <a:lnTo>
                    <a:pt x="1601772" y="614339"/>
                  </a:lnTo>
                  <a:cubicBezTo>
                    <a:pt x="1601772" y="682199"/>
                    <a:pt x="1546761" y="737210"/>
                    <a:pt x="1478901" y="737210"/>
                  </a:cubicBezTo>
                  <a:lnTo>
                    <a:pt x="122871" y="737210"/>
                  </a:lnTo>
                  <a:cubicBezTo>
                    <a:pt x="55011" y="737210"/>
                    <a:pt x="0" y="682199"/>
                    <a:pt x="0" y="614339"/>
                  </a:cubicBezTo>
                  <a:lnTo>
                    <a:pt x="0" y="122871"/>
                  </a:lnTo>
                  <a:close/>
                </a:path>
              </a:pathLst>
            </a:custGeom>
            <a:solidFill>
              <a:srgbClr val="002060"/>
            </a:solidFill>
          </p:spPr>
          <p:style>
            <a:lnRef idx="3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6958" tIns="106473" rIns="176958" bIns="106473" numCol="1" spcCol="1270" anchor="ctr" anchorCtr="0">
              <a:noAutofit/>
            </a:bodyPr>
            <a:lstStyle/>
            <a:p>
              <a:pPr marL="0" marR="0" lvl="0" indent="0" algn="ctr" defTabSz="16446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7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3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2622018" y="3280011"/>
            <a:ext cx="6947964" cy="737210"/>
            <a:chOff x="1098018" y="2888588"/>
            <a:chExt cx="6947964" cy="737210"/>
          </a:xfrm>
        </p:grpSpPr>
        <p:sp>
          <p:nvSpPr>
            <p:cNvPr id="50" name="任意多边形 49"/>
            <p:cNvSpPr/>
            <p:nvPr/>
          </p:nvSpPr>
          <p:spPr>
            <a:xfrm>
              <a:off x="2699790" y="2962311"/>
              <a:ext cx="5346192" cy="589768"/>
            </a:xfrm>
            <a:custGeom>
              <a:avLst/>
              <a:gdLst>
                <a:gd name="connsiteX0" fmla="*/ 98297 w 589768"/>
                <a:gd name="connsiteY0" fmla="*/ 0 h 5346192"/>
                <a:gd name="connsiteX1" fmla="*/ 491471 w 589768"/>
                <a:gd name="connsiteY1" fmla="*/ 0 h 5346192"/>
                <a:gd name="connsiteX2" fmla="*/ 589768 w 589768"/>
                <a:gd name="connsiteY2" fmla="*/ 98297 h 5346192"/>
                <a:gd name="connsiteX3" fmla="*/ 589768 w 589768"/>
                <a:gd name="connsiteY3" fmla="*/ 5346192 h 5346192"/>
                <a:gd name="connsiteX4" fmla="*/ 589768 w 589768"/>
                <a:gd name="connsiteY4" fmla="*/ 5346192 h 5346192"/>
                <a:gd name="connsiteX5" fmla="*/ 0 w 589768"/>
                <a:gd name="connsiteY5" fmla="*/ 5346192 h 5346192"/>
                <a:gd name="connsiteX6" fmla="*/ 0 w 589768"/>
                <a:gd name="connsiteY6" fmla="*/ 5346192 h 5346192"/>
                <a:gd name="connsiteX7" fmla="*/ 0 w 589768"/>
                <a:gd name="connsiteY7" fmla="*/ 98297 h 5346192"/>
                <a:gd name="connsiteX8" fmla="*/ 98297 w 589768"/>
                <a:gd name="connsiteY8" fmla="*/ 0 h 5346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768" h="5346192">
                  <a:moveTo>
                    <a:pt x="589768" y="891056"/>
                  </a:moveTo>
                  <a:lnTo>
                    <a:pt x="589768" y="4455136"/>
                  </a:lnTo>
                  <a:cubicBezTo>
                    <a:pt x="589768" y="4947251"/>
                    <a:pt x="584913" y="5346187"/>
                    <a:pt x="578924" y="5346187"/>
                  </a:cubicBezTo>
                  <a:lnTo>
                    <a:pt x="0" y="5346187"/>
                  </a:lnTo>
                  <a:lnTo>
                    <a:pt x="0" y="5346187"/>
                  </a:lnTo>
                  <a:lnTo>
                    <a:pt x="0" y="5"/>
                  </a:lnTo>
                  <a:lnTo>
                    <a:pt x="0" y="5"/>
                  </a:lnTo>
                  <a:lnTo>
                    <a:pt x="578924" y="5"/>
                  </a:lnTo>
                  <a:cubicBezTo>
                    <a:pt x="584913" y="5"/>
                    <a:pt x="589768" y="398941"/>
                    <a:pt x="589768" y="891056"/>
                  </a:cubicBezTo>
                  <a:close/>
                </a:path>
              </a:pathLst>
            </a:custGeom>
          </p:spPr>
          <p:style>
            <a:lnRef idx="2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0" tIns="152615" rIns="276440" bIns="152615" numCol="1" spcCol="1270" anchor="ctr" anchorCtr="0">
              <a:noAutofit/>
            </a:bodyPr>
            <a:lstStyle/>
            <a:p>
              <a:pPr marL="171450" marR="0" lvl="1" indent="-171450" algn="l" defTabSz="7112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Python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下载</a:t>
              </a:r>
              <a:r>
                <a:rPr lang="zh-CN" altLang="en-US" sz="2400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latin typeface="Calibri"/>
                  <a:ea typeface="宋体" panose="02010600030101010101" pitchFamily="2" charset="-122"/>
                </a:rPr>
                <a:t>及安装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任意多边形 50"/>
            <p:cNvSpPr/>
            <p:nvPr/>
          </p:nvSpPr>
          <p:spPr>
            <a:xfrm>
              <a:off x="1098018" y="2888588"/>
              <a:ext cx="1601772" cy="737210"/>
            </a:xfrm>
            <a:custGeom>
              <a:avLst/>
              <a:gdLst>
                <a:gd name="connsiteX0" fmla="*/ 0 w 1601772"/>
                <a:gd name="connsiteY0" fmla="*/ 122871 h 737210"/>
                <a:gd name="connsiteX1" fmla="*/ 122871 w 1601772"/>
                <a:gd name="connsiteY1" fmla="*/ 0 h 737210"/>
                <a:gd name="connsiteX2" fmla="*/ 1478901 w 1601772"/>
                <a:gd name="connsiteY2" fmla="*/ 0 h 737210"/>
                <a:gd name="connsiteX3" fmla="*/ 1601772 w 1601772"/>
                <a:gd name="connsiteY3" fmla="*/ 122871 h 737210"/>
                <a:gd name="connsiteX4" fmla="*/ 1601772 w 1601772"/>
                <a:gd name="connsiteY4" fmla="*/ 614339 h 737210"/>
                <a:gd name="connsiteX5" fmla="*/ 1478901 w 1601772"/>
                <a:gd name="connsiteY5" fmla="*/ 737210 h 737210"/>
                <a:gd name="connsiteX6" fmla="*/ 122871 w 1601772"/>
                <a:gd name="connsiteY6" fmla="*/ 737210 h 737210"/>
                <a:gd name="connsiteX7" fmla="*/ 0 w 1601772"/>
                <a:gd name="connsiteY7" fmla="*/ 614339 h 737210"/>
                <a:gd name="connsiteX8" fmla="*/ 0 w 1601772"/>
                <a:gd name="connsiteY8" fmla="*/ 122871 h 73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01772" h="737210">
                  <a:moveTo>
                    <a:pt x="0" y="122871"/>
                  </a:moveTo>
                  <a:cubicBezTo>
                    <a:pt x="0" y="55011"/>
                    <a:pt x="55011" y="0"/>
                    <a:pt x="122871" y="0"/>
                  </a:cubicBezTo>
                  <a:lnTo>
                    <a:pt x="1478901" y="0"/>
                  </a:lnTo>
                  <a:cubicBezTo>
                    <a:pt x="1546761" y="0"/>
                    <a:pt x="1601772" y="55011"/>
                    <a:pt x="1601772" y="122871"/>
                  </a:cubicBezTo>
                  <a:lnTo>
                    <a:pt x="1601772" y="614339"/>
                  </a:lnTo>
                  <a:cubicBezTo>
                    <a:pt x="1601772" y="682199"/>
                    <a:pt x="1546761" y="737210"/>
                    <a:pt x="1478901" y="737210"/>
                  </a:cubicBezTo>
                  <a:lnTo>
                    <a:pt x="122871" y="737210"/>
                  </a:lnTo>
                  <a:cubicBezTo>
                    <a:pt x="55011" y="737210"/>
                    <a:pt x="0" y="682199"/>
                    <a:pt x="0" y="614339"/>
                  </a:cubicBezTo>
                  <a:lnTo>
                    <a:pt x="0" y="122871"/>
                  </a:lnTo>
                  <a:close/>
                </a:path>
              </a:pathLst>
            </a:custGeom>
            <a:solidFill>
              <a:srgbClr val="002060"/>
            </a:solidFill>
          </p:spPr>
          <p:style>
            <a:lnRef idx="3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6958" tIns="106473" rIns="176958" bIns="106473" numCol="1" spcCol="1270" anchor="ctr" anchorCtr="0">
              <a:noAutofit/>
            </a:bodyPr>
            <a:lstStyle/>
            <a:p>
              <a:pPr marL="0" marR="0" lvl="0" indent="0" algn="ctr" defTabSz="16446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7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3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2622018" y="4054083"/>
            <a:ext cx="6947964" cy="737210"/>
            <a:chOff x="1098018" y="3662660"/>
            <a:chExt cx="6947964" cy="737210"/>
          </a:xfrm>
        </p:grpSpPr>
        <p:sp>
          <p:nvSpPr>
            <p:cNvPr id="53" name="任意多边形 52"/>
            <p:cNvSpPr/>
            <p:nvPr/>
          </p:nvSpPr>
          <p:spPr>
            <a:xfrm>
              <a:off x="2699790" y="3736381"/>
              <a:ext cx="5346192" cy="589768"/>
            </a:xfrm>
            <a:custGeom>
              <a:avLst/>
              <a:gdLst>
                <a:gd name="connsiteX0" fmla="*/ 98297 w 589768"/>
                <a:gd name="connsiteY0" fmla="*/ 0 h 5346192"/>
                <a:gd name="connsiteX1" fmla="*/ 491471 w 589768"/>
                <a:gd name="connsiteY1" fmla="*/ 0 h 5346192"/>
                <a:gd name="connsiteX2" fmla="*/ 589768 w 589768"/>
                <a:gd name="connsiteY2" fmla="*/ 98297 h 5346192"/>
                <a:gd name="connsiteX3" fmla="*/ 589768 w 589768"/>
                <a:gd name="connsiteY3" fmla="*/ 5346192 h 5346192"/>
                <a:gd name="connsiteX4" fmla="*/ 589768 w 589768"/>
                <a:gd name="connsiteY4" fmla="*/ 5346192 h 5346192"/>
                <a:gd name="connsiteX5" fmla="*/ 0 w 589768"/>
                <a:gd name="connsiteY5" fmla="*/ 5346192 h 5346192"/>
                <a:gd name="connsiteX6" fmla="*/ 0 w 589768"/>
                <a:gd name="connsiteY6" fmla="*/ 5346192 h 5346192"/>
                <a:gd name="connsiteX7" fmla="*/ 0 w 589768"/>
                <a:gd name="connsiteY7" fmla="*/ 98297 h 5346192"/>
                <a:gd name="connsiteX8" fmla="*/ 98297 w 589768"/>
                <a:gd name="connsiteY8" fmla="*/ 0 h 5346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768" h="5346192">
                  <a:moveTo>
                    <a:pt x="589768" y="891056"/>
                  </a:moveTo>
                  <a:lnTo>
                    <a:pt x="589768" y="4455136"/>
                  </a:lnTo>
                  <a:cubicBezTo>
                    <a:pt x="589768" y="4947251"/>
                    <a:pt x="584913" y="5346187"/>
                    <a:pt x="578924" y="5346187"/>
                  </a:cubicBezTo>
                  <a:lnTo>
                    <a:pt x="0" y="5346187"/>
                  </a:lnTo>
                  <a:lnTo>
                    <a:pt x="0" y="5346187"/>
                  </a:lnTo>
                  <a:lnTo>
                    <a:pt x="0" y="5"/>
                  </a:lnTo>
                  <a:lnTo>
                    <a:pt x="0" y="5"/>
                  </a:lnTo>
                  <a:lnTo>
                    <a:pt x="578924" y="5"/>
                  </a:lnTo>
                  <a:cubicBezTo>
                    <a:pt x="584913" y="5"/>
                    <a:pt x="589768" y="398941"/>
                    <a:pt x="589768" y="891056"/>
                  </a:cubicBezTo>
                  <a:close/>
                </a:path>
              </a:pathLst>
            </a:custGeom>
          </p:spPr>
          <p:style>
            <a:lnRef idx="2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0" tIns="152615" rIns="276440" bIns="152615" numCol="1" spcCol="1270" anchor="ctr" anchorCtr="0">
              <a:noAutofit/>
            </a:bodyPr>
            <a:lstStyle/>
            <a:p>
              <a:pPr marL="171450" lvl="1" indent="-171450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"/>
                <a:defRPr/>
              </a:pPr>
              <a:r>
                <a:rPr lang="en-US" altLang="zh-CN" sz="2400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</a:rPr>
                <a:t>PyCharm</a:t>
              </a:r>
              <a:r>
                <a:rPr lang="zh-CN" altLang="en-US" sz="2400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</a:rPr>
                <a:t>基本使用</a:t>
              </a:r>
            </a:p>
          </p:txBody>
        </p:sp>
        <p:sp>
          <p:nvSpPr>
            <p:cNvPr id="54" name="任意多边形 53"/>
            <p:cNvSpPr/>
            <p:nvPr/>
          </p:nvSpPr>
          <p:spPr>
            <a:xfrm>
              <a:off x="1098018" y="3662660"/>
              <a:ext cx="1601772" cy="737210"/>
            </a:xfrm>
            <a:custGeom>
              <a:avLst/>
              <a:gdLst>
                <a:gd name="connsiteX0" fmla="*/ 0 w 1601772"/>
                <a:gd name="connsiteY0" fmla="*/ 122871 h 737210"/>
                <a:gd name="connsiteX1" fmla="*/ 122871 w 1601772"/>
                <a:gd name="connsiteY1" fmla="*/ 0 h 737210"/>
                <a:gd name="connsiteX2" fmla="*/ 1478901 w 1601772"/>
                <a:gd name="connsiteY2" fmla="*/ 0 h 737210"/>
                <a:gd name="connsiteX3" fmla="*/ 1601772 w 1601772"/>
                <a:gd name="connsiteY3" fmla="*/ 122871 h 737210"/>
                <a:gd name="connsiteX4" fmla="*/ 1601772 w 1601772"/>
                <a:gd name="connsiteY4" fmla="*/ 614339 h 737210"/>
                <a:gd name="connsiteX5" fmla="*/ 1478901 w 1601772"/>
                <a:gd name="connsiteY5" fmla="*/ 737210 h 737210"/>
                <a:gd name="connsiteX6" fmla="*/ 122871 w 1601772"/>
                <a:gd name="connsiteY6" fmla="*/ 737210 h 737210"/>
                <a:gd name="connsiteX7" fmla="*/ 0 w 1601772"/>
                <a:gd name="connsiteY7" fmla="*/ 614339 h 737210"/>
                <a:gd name="connsiteX8" fmla="*/ 0 w 1601772"/>
                <a:gd name="connsiteY8" fmla="*/ 122871 h 73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01772" h="737210">
                  <a:moveTo>
                    <a:pt x="0" y="122871"/>
                  </a:moveTo>
                  <a:cubicBezTo>
                    <a:pt x="0" y="55011"/>
                    <a:pt x="55011" y="0"/>
                    <a:pt x="122871" y="0"/>
                  </a:cubicBezTo>
                  <a:lnTo>
                    <a:pt x="1478901" y="0"/>
                  </a:lnTo>
                  <a:cubicBezTo>
                    <a:pt x="1546761" y="0"/>
                    <a:pt x="1601772" y="55011"/>
                    <a:pt x="1601772" y="122871"/>
                  </a:cubicBezTo>
                  <a:lnTo>
                    <a:pt x="1601772" y="614339"/>
                  </a:lnTo>
                  <a:cubicBezTo>
                    <a:pt x="1601772" y="682199"/>
                    <a:pt x="1546761" y="737210"/>
                    <a:pt x="1478901" y="737210"/>
                  </a:cubicBezTo>
                  <a:lnTo>
                    <a:pt x="122871" y="737210"/>
                  </a:lnTo>
                  <a:cubicBezTo>
                    <a:pt x="55011" y="737210"/>
                    <a:pt x="0" y="682199"/>
                    <a:pt x="0" y="614339"/>
                  </a:cubicBezTo>
                  <a:lnTo>
                    <a:pt x="0" y="122871"/>
                  </a:lnTo>
                  <a:close/>
                </a:path>
              </a:pathLst>
            </a:custGeom>
            <a:solidFill>
              <a:srgbClr val="002060"/>
            </a:solidFill>
          </p:spPr>
          <p:style>
            <a:lnRef idx="3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6958" tIns="106473" rIns="176958" bIns="106473" numCol="1" spcCol="1270" anchor="ctr" anchorCtr="0">
              <a:noAutofit/>
            </a:bodyPr>
            <a:lstStyle/>
            <a:p>
              <a:pPr marL="0" marR="0" lvl="0" indent="0" algn="ctr" defTabSz="16446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7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4</a:t>
              </a:r>
              <a:endParaRPr kumimoji="0" lang="zh-CN" altLang="en-US" sz="37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00"/>
    </mc:Choice>
    <mc:Fallback xmlns="">
      <p:transition spd="slow" advTm="4000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 p14:presetBounceEnd="2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8000">
                                          <p:cBhvr additive="base">
                                            <p:cTn id="7" dur="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8000">
                                          <p:cBhvr additive="base">
                                            <p:cTn id="8" dur="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8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1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8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1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4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"/>
          <p:cNvSpPr>
            <a:spLocks noEditPoints="1"/>
          </p:cNvSpPr>
          <p:nvPr/>
        </p:nvSpPr>
        <p:spPr bwMode="auto">
          <a:xfrm>
            <a:off x="1592985" y="2949087"/>
            <a:ext cx="1724590" cy="1612868"/>
          </a:xfrm>
          <a:custGeom>
            <a:avLst/>
            <a:gdLst>
              <a:gd name="T0" fmla="*/ 675 w 1848"/>
              <a:gd name="T1" fmla="*/ 126 h 1848"/>
              <a:gd name="T2" fmla="*/ 286 w 1848"/>
              <a:gd name="T3" fmla="*/ 287 h 1848"/>
              <a:gd name="T4" fmla="*/ 126 w 1848"/>
              <a:gd name="T5" fmla="*/ 675 h 1848"/>
              <a:gd name="T6" fmla="*/ 286 w 1848"/>
              <a:gd name="T7" fmla="*/ 1064 h 1848"/>
              <a:gd name="T8" fmla="*/ 675 w 1848"/>
              <a:gd name="T9" fmla="*/ 1225 h 1848"/>
              <a:gd name="T10" fmla="*/ 1063 w 1848"/>
              <a:gd name="T11" fmla="*/ 1064 h 1848"/>
              <a:gd name="T12" fmla="*/ 1063 w 1848"/>
              <a:gd name="T13" fmla="*/ 287 h 1848"/>
              <a:gd name="T14" fmla="*/ 675 w 1848"/>
              <a:gd name="T15" fmla="*/ 126 h 1848"/>
              <a:gd name="T16" fmla="*/ 675 w 1848"/>
              <a:gd name="T17" fmla="*/ 1350 h 1848"/>
              <a:gd name="T18" fmla="*/ 198 w 1848"/>
              <a:gd name="T19" fmla="*/ 1153 h 1848"/>
              <a:gd name="T20" fmla="*/ 0 w 1848"/>
              <a:gd name="T21" fmla="*/ 675 h 1848"/>
              <a:gd name="T22" fmla="*/ 198 w 1848"/>
              <a:gd name="T23" fmla="*/ 198 h 1848"/>
              <a:gd name="T24" fmla="*/ 675 w 1848"/>
              <a:gd name="T25" fmla="*/ 0 h 1848"/>
              <a:gd name="T26" fmla="*/ 1152 w 1848"/>
              <a:gd name="T27" fmla="*/ 198 h 1848"/>
              <a:gd name="T28" fmla="*/ 1152 w 1848"/>
              <a:gd name="T29" fmla="*/ 1153 h 1848"/>
              <a:gd name="T30" fmla="*/ 675 w 1848"/>
              <a:gd name="T31" fmla="*/ 1350 h 1848"/>
              <a:gd name="T32" fmla="*/ 1261 w 1848"/>
              <a:gd name="T33" fmla="*/ 1068 h 1848"/>
              <a:gd name="T34" fmla="*/ 1261 w 1848"/>
              <a:gd name="T35" fmla="*/ 1153 h 1848"/>
              <a:gd name="T36" fmla="*/ 1153 w 1848"/>
              <a:gd name="T37" fmla="*/ 1261 h 1848"/>
              <a:gd name="T38" fmla="*/ 1067 w 1848"/>
              <a:gd name="T39" fmla="*/ 1261 h 1848"/>
              <a:gd name="T40" fmla="*/ 1063 w 1848"/>
              <a:gd name="T41" fmla="*/ 1257 h 1848"/>
              <a:gd name="T42" fmla="*/ 1063 w 1848"/>
              <a:gd name="T43" fmla="*/ 1172 h 1848"/>
              <a:gd name="T44" fmla="*/ 1171 w 1848"/>
              <a:gd name="T45" fmla="*/ 1064 h 1848"/>
              <a:gd name="T46" fmla="*/ 1257 w 1848"/>
              <a:gd name="T47" fmla="*/ 1064 h 1848"/>
              <a:gd name="T48" fmla="*/ 1261 w 1848"/>
              <a:gd name="T49" fmla="*/ 1068 h 1848"/>
              <a:gd name="T50" fmla="*/ 1401 w 1848"/>
              <a:gd name="T51" fmla="*/ 1250 h 1848"/>
              <a:gd name="T52" fmla="*/ 1401 w 1848"/>
              <a:gd name="T53" fmla="*/ 1401 h 1848"/>
              <a:gd name="T54" fmla="*/ 1250 w 1848"/>
              <a:gd name="T55" fmla="*/ 1401 h 1848"/>
              <a:gd name="T56" fmla="*/ 1250 w 1848"/>
              <a:gd name="T57" fmla="*/ 1250 h 1848"/>
              <a:gd name="T58" fmla="*/ 1401 w 1848"/>
              <a:gd name="T59" fmla="*/ 1250 h 1848"/>
              <a:gd name="T60" fmla="*/ 1827 w 1848"/>
              <a:gd name="T61" fmla="*/ 1655 h 1848"/>
              <a:gd name="T62" fmla="*/ 1823 w 1848"/>
              <a:gd name="T63" fmla="*/ 1736 h 1848"/>
              <a:gd name="T64" fmla="*/ 1736 w 1848"/>
              <a:gd name="T65" fmla="*/ 1823 h 1848"/>
              <a:gd name="T66" fmla="*/ 1654 w 1848"/>
              <a:gd name="T67" fmla="*/ 1827 h 1848"/>
              <a:gd name="T68" fmla="*/ 1396 w 1848"/>
              <a:gd name="T69" fmla="*/ 1569 h 1848"/>
              <a:gd name="T70" fmla="*/ 1400 w 1848"/>
              <a:gd name="T71" fmla="*/ 1487 h 1848"/>
              <a:gd name="T72" fmla="*/ 1487 w 1848"/>
              <a:gd name="T73" fmla="*/ 1400 h 1848"/>
              <a:gd name="T74" fmla="*/ 1568 w 1848"/>
              <a:gd name="T75" fmla="*/ 1396 h 1848"/>
              <a:gd name="T76" fmla="*/ 1827 w 1848"/>
              <a:gd name="T77" fmla="*/ 1655 h 1848"/>
              <a:gd name="T78" fmla="*/ 675 w 1848"/>
              <a:gd name="T79" fmla="*/ 270 h 1848"/>
              <a:gd name="T80" fmla="*/ 389 w 1848"/>
              <a:gd name="T81" fmla="*/ 389 h 1848"/>
              <a:gd name="T82" fmla="*/ 270 w 1848"/>
              <a:gd name="T83" fmla="*/ 675 h 1848"/>
              <a:gd name="T84" fmla="*/ 389 w 1848"/>
              <a:gd name="T85" fmla="*/ 962 h 1848"/>
              <a:gd name="T86" fmla="*/ 675 w 1848"/>
              <a:gd name="T87" fmla="*/ 1080 h 1848"/>
              <a:gd name="T88" fmla="*/ 961 w 1848"/>
              <a:gd name="T89" fmla="*/ 962 h 1848"/>
              <a:gd name="T90" fmla="*/ 961 w 1848"/>
              <a:gd name="T91" fmla="*/ 389 h 1848"/>
              <a:gd name="T92" fmla="*/ 675 w 1848"/>
              <a:gd name="T93" fmla="*/ 270 h 1848"/>
              <a:gd name="T94" fmla="*/ 675 w 1848"/>
              <a:gd name="T95" fmla="*/ 1164 h 1848"/>
              <a:gd name="T96" fmla="*/ 329 w 1848"/>
              <a:gd name="T97" fmla="*/ 1021 h 1848"/>
              <a:gd name="T98" fmla="*/ 186 w 1848"/>
              <a:gd name="T99" fmla="*/ 675 h 1848"/>
              <a:gd name="T100" fmla="*/ 329 w 1848"/>
              <a:gd name="T101" fmla="*/ 330 h 1848"/>
              <a:gd name="T102" fmla="*/ 675 w 1848"/>
              <a:gd name="T103" fmla="*/ 187 h 1848"/>
              <a:gd name="T104" fmla="*/ 1021 w 1848"/>
              <a:gd name="T105" fmla="*/ 330 h 1848"/>
              <a:gd name="T106" fmla="*/ 1021 w 1848"/>
              <a:gd name="T107" fmla="*/ 1021 h 1848"/>
              <a:gd name="T108" fmla="*/ 675 w 1848"/>
              <a:gd name="T109" fmla="*/ 1164 h 18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848" h="1848">
                <a:moveTo>
                  <a:pt x="675" y="126"/>
                </a:moveTo>
                <a:cubicBezTo>
                  <a:pt x="528" y="126"/>
                  <a:pt x="390" y="183"/>
                  <a:pt x="286" y="287"/>
                </a:cubicBezTo>
                <a:cubicBezTo>
                  <a:pt x="183" y="391"/>
                  <a:pt x="126" y="529"/>
                  <a:pt x="126" y="675"/>
                </a:cubicBezTo>
                <a:cubicBezTo>
                  <a:pt x="126" y="822"/>
                  <a:pt x="183" y="960"/>
                  <a:pt x="286" y="1064"/>
                </a:cubicBezTo>
                <a:cubicBezTo>
                  <a:pt x="390" y="1168"/>
                  <a:pt x="528" y="1225"/>
                  <a:pt x="675" y="1225"/>
                </a:cubicBezTo>
                <a:cubicBezTo>
                  <a:pt x="822" y="1225"/>
                  <a:pt x="960" y="1168"/>
                  <a:pt x="1063" y="1064"/>
                </a:cubicBezTo>
                <a:cubicBezTo>
                  <a:pt x="1278" y="850"/>
                  <a:pt x="1278" y="501"/>
                  <a:pt x="1063" y="287"/>
                </a:cubicBezTo>
                <a:cubicBezTo>
                  <a:pt x="960" y="183"/>
                  <a:pt x="822" y="126"/>
                  <a:pt x="675" y="126"/>
                </a:cubicBezTo>
                <a:close/>
                <a:moveTo>
                  <a:pt x="675" y="1350"/>
                </a:moveTo>
                <a:cubicBezTo>
                  <a:pt x="495" y="1350"/>
                  <a:pt x="325" y="1280"/>
                  <a:pt x="198" y="1153"/>
                </a:cubicBezTo>
                <a:cubicBezTo>
                  <a:pt x="70" y="1025"/>
                  <a:pt x="0" y="856"/>
                  <a:pt x="0" y="675"/>
                </a:cubicBezTo>
                <a:cubicBezTo>
                  <a:pt x="0" y="495"/>
                  <a:pt x="70" y="326"/>
                  <a:pt x="198" y="198"/>
                </a:cubicBezTo>
                <a:cubicBezTo>
                  <a:pt x="325" y="71"/>
                  <a:pt x="495" y="0"/>
                  <a:pt x="675" y="0"/>
                </a:cubicBezTo>
                <a:cubicBezTo>
                  <a:pt x="855" y="0"/>
                  <a:pt x="1025" y="71"/>
                  <a:pt x="1152" y="198"/>
                </a:cubicBezTo>
                <a:cubicBezTo>
                  <a:pt x="1415" y="461"/>
                  <a:pt x="1415" y="889"/>
                  <a:pt x="1152" y="1153"/>
                </a:cubicBezTo>
                <a:cubicBezTo>
                  <a:pt x="1025" y="1280"/>
                  <a:pt x="855" y="1350"/>
                  <a:pt x="675" y="1350"/>
                </a:cubicBezTo>
                <a:close/>
                <a:moveTo>
                  <a:pt x="1261" y="1068"/>
                </a:moveTo>
                <a:cubicBezTo>
                  <a:pt x="1284" y="1091"/>
                  <a:pt x="1284" y="1130"/>
                  <a:pt x="1261" y="1153"/>
                </a:cubicBezTo>
                <a:lnTo>
                  <a:pt x="1153" y="1261"/>
                </a:lnTo>
                <a:cubicBezTo>
                  <a:pt x="1129" y="1285"/>
                  <a:pt x="1091" y="1285"/>
                  <a:pt x="1067" y="1261"/>
                </a:cubicBezTo>
                <a:lnTo>
                  <a:pt x="1063" y="1257"/>
                </a:lnTo>
                <a:cubicBezTo>
                  <a:pt x="1040" y="1234"/>
                  <a:pt x="1040" y="1195"/>
                  <a:pt x="1063" y="1172"/>
                </a:cubicBezTo>
                <a:lnTo>
                  <a:pt x="1171" y="1064"/>
                </a:lnTo>
                <a:cubicBezTo>
                  <a:pt x="1195" y="1040"/>
                  <a:pt x="1233" y="1040"/>
                  <a:pt x="1257" y="1064"/>
                </a:cubicBezTo>
                <a:lnTo>
                  <a:pt x="1261" y="1068"/>
                </a:lnTo>
                <a:close/>
                <a:moveTo>
                  <a:pt x="1401" y="1250"/>
                </a:moveTo>
                <a:cubicBezTo>
                  <a:pt x="1442" y="1292"/>
                  <a:pt x="1442" y="1359"/>
                  <a:pt x="1401" y="1401"/>
                </a:cubicBezTo>
                <a:cubicBezTo>
                  <a:pt x="1359" y="1443"/>
                  <a:pt x="1291" y="1443"/>
                  <a:pt x="1250" y="1401"/>
                </a:cubicBezTo>
                <a:cubicBezTo>
                  <a:pt x="1208" y="1359"/>
                  <a:pt x="1208" y="1292"/>
                  <a:pt x="1250" y="1250"/>
                </a:cubicBezTo>
                <a:cubicBezTo>
                  <a:pt x="1291" y="1208"/>
                  <a:pt x="1359" y="1208"/>
                  <a:pt x="1401" y="1250"/>
                </a:cubicBezTo>
                <a:close/>
                <a:moveTo>
                  <a:pt x="1827" y="1655"/>
                </a:moveTo>
                <a:cubicBezTo>
                  <a:pt x="1848" y="1676"/>
                  <a:pt x="1846" y="1713"/>
                  <a:pt x="1823" y="1736"/>
                </a:cubicBezTo>
                <a:lnTo>
                  <a:pt x="1736" y="1823"/>
                </a:lnTo>
                <a:cubicBezTo>
                  <a:pt x="1713" y="1847"/>
                  <a:pt x="1676" y="1848"/>
                  <a:pt x="1654" y="1827"/>
                </a:cubicBezTo>
                <a:lnTo>
                  <a:pt x="1396" y="1569"/>
                </a:lnTo>
                <a:cubicBezTo>
                  <a:pt x="1375" y="1547"/>
                  <a:pt x="1376" y="1511"/>
                  <a:pt x="1400" y="1487"/>
                </a:cubicBezTo>
                <a:lnTo>
                  <a:pt x="1487" y="1400"/>
                </a:lnTo>
                <a:cubicBezTo>
                  <a:pt x="1510" y="1377"/>
                  <a:pt x="1547" y="1375"/>
                  <a:pt x="1568" y="1396"/>
                </a:cubicBezTo>
                <a:lnTo>
                  <a:pt x="1827" y="1655"/>
                </a:lnTo>
                <a:close/>
                <a:moveTo>
                  <a:pt x="675" y="270"/>
                </a:moveTo>
                <a:cubicBezTo>
                  <a:pt x="567" y="270"/>
                  <a:pt x="465" y="312"/>
                  <a:pt x="389" y="389"/>
                </a:cubicBezTo>
                <a:cubicBezTo>
                  <a:pt x="312" y="465"/>
                  <a:pt x="270" y="567"/>
                  <a:pt x="270" y="675"/>
                </a:cubicBezTo>
                <a:cubicBezTo>
                  <a:pt x="270" y="783"/>
                  <a:pt x="312" y="885"/>
                  <a:pt x="389" y="962"/>
                </a:cubicBezTo>
                <a:cubicBezTo>
                  <a:pt x="465" y="1038"/>
                  <a:pt x="567" y="1080"/>
                  <a:pt x="675" y="1080"/>
                </a:cubicBezTo>
                <a:cubicBezTo>
                  <a:pt x="783" y="1080"/>
                  <a:pt x="885" y="1038"/>
                  <a:pt x="961" y="962"/>
                </a:cubicBezTo>
                <a:cubicBezTo>
                  <a:pt x="1119" y="804"/>
                  <a:pt x="1119" y="547"/>
                  <a:pt x="961" y="389"/>
                </a:cubicBezTo>
                <a:cubicBezTo>
                  <a:pt x="885" y="312"/>
                  <a:pt x="783" y="270"/>
                  <a:pt x="675" y="270"/>
                </a:cubicBezTo>
                <a:close/>
                <a:moveTo>
                  <a:pt x="675" y="1164"/>
                </a:moveTo>
                <a:cubicBezTo>
                  <a:pt x="544" y="1164"/>
                  <a:pt x="422" y="1113"/>
                  <a:pt x="329" y="1021"/>
                </a:cubicBezTo>
                <a:cubicBezTo>
                  <a:pt x="237" y="929"/>
                  <a:pt x="186" y="806"/>
                  <a:pt x="186" y="675"/>
                </a:cubicBezTo>
                <a:cubicBezTo>
                  <a:pt x="186" y="545"/>
                  <a:pt x="237" y="422"/>
                  <a:pt x="329" y="330"/>
                </a:cubicBezTo>
                <a:cubicBezTo>
                  <a:pt x="422" y="237"/>
                  <a:pt x="544" y="187"/>
                  <a:pt x="675" y="187"/>
                </a:cubicBezTo>
                <a:cubicBezTo>
                  <a:pt x="806" y="187"/>
                  <a:pt x="928" y="237"/>
                  <a:pt x="1021" y="330"/>
                </a:cubicBezTo>
                <a:cubicBezTo>
                  <a:pt x="1211" y="520"/>
                  <a:pt x="1211" y="830"/>
                  <a:pt x="1021" y="1021"/>
                </a:cubicBezTo>
                <a:cubicBezTo>
                  <a:pt x="928" y="1113"/>
                  <a:pt x="806" y="1164"/>
                  <a:pt x="675" y="1164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DB6B9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4099812" y="2841974"/>
            <a:ext cx="4146983" cy="720000"/>
            <a:chOff x="5367559" y="2929837"/>
            <a:chExt cx="4146983" cy="720000"/>
          </a:xfrm>
        </p:grpSpPr>
        <p:sp>
          <p:nvSpPr>
            <p:cNvPr id="14" name="文本框 13"/>
            <p:cNvSpPr txBox="1"/>
            <p:nvPr/>
          </p:nvSpPr>
          <p:spPr>
            <a:xfrm>
              <a:off x="6086900" y="3003506"/>
              <a:ext cx="342764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600" b="1" i="0" u="none" strike="noStrike" kern="0" cap="none" spc="0" normalizeH="0" baseline="0" noProof="0" dirty="0">
                  <a:ln>
                    <a:noFill/>
                  </a:ln>
                  <a:solidFill>
                    <a:srgbClr val="17406D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charset="-122"/>
                  <a:cs typeface="+mn-cs"/>
                </a:rPr>
                <a:t>PyCharm</a:t>
              </a:r>
              <a:r>
                <a:rPr kumimoji="0" lang="zh-CN" altLang="en-US" sz="3600" b="1" i="0" u="none" strike="noStrike" kern="0" cap="none" spc="0" normalizeH="0" baseline="0" noProof="0" dirty="0">
                  <a:ln>
                    <a:noFill/>
                  </a:ln>
                  <a:solidFill>
                    <a:srgbClr val="17406D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charset="-122"/>
                  <a:cs typeface="+mn-cs"/>
                </a:rPr>
                <a:t>简介</a:t>
              </a:r>
            </a:p>
          </p:txBody>
        </p:sp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3" cstate="print">
              <a:duotone>
                <a:srgbClr val="0F6FC6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67559" y="2929837"/>
              <a:ext cx="719341" cy="720000"/>
            </a:xfrm>
            <a:prstGeom prst="rect">
              <a:avLst/>
            </a:prstGeom>
            <a:noFill/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00"/>
    </mc:Choice>
    <mc:Fallback xmlns="">
      <p:transition spd="slow" advTm="4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EF7F6-3977-DC55-44ED-EF6DA2E35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>
            <a:extLst>
              <a:ext uri="{FF2B5EF4-FFF2-40B4-BE49-F238E27FC236}">
                <a16:creationId xmlns:a16="http://schemas.microsoft.com/office/drawing/2014/main" id="{D7F4174E-F13C-E376-A040-AD7491DBD8C0}"/>
              </a:ext>
            </a:extLst>
          </p:cNvPr>
          <p:cNvSpPr txBox="1"/>
          <p:nvPr/>
        </p:nvSpPr>
        <p:spPr>
          <a:xfrm>
            <a:off x="816899" y="446534"/>
            <a:ext cx="16305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PyCharm</a:t>
            </a:r>
            <a:r>
              <a:rPr lang="zh-CN" altLang="en-US" sz="2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简介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9416BE9F-E711-6743-8609-35FDB6A075BF}"/>
              </a:ext>
            </a:extLst>
          </p:cNvPr>
          <p:cNvSpPr txBox="1"/>
          <p:nvPr/>
        </p:nvSpPr>
        <p:spPr>
          <a:xfrm>
            <a:off x="373082" y="477989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+mn-lt"/>
              </a:rPr>
              <a:t>1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Arial" panose="020B0604020202020204" pitchFamily="34" charset="0"/>
              <a:sym typeface="+mn-lt"/>
            </a:endParaRPr>
          </a:p>
        </p:txBody>
      </p: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5C154356-C54A-9E1B-5987-DD7BB3706972}"/>
              </a:ext>
            </a:extLst>
          </p:cNvPr>
          <p:cNvCxnSpPr>
            <a:cxnSpLocks/>
          </p:cNvCxnSpPr>
          <p:nvPr/>
        </p:nvCxnSpPr>
        <p:spPr>
          <a:xfrm flipV="1">
            <a:off x="821975" y="497561"/>
            <a:ext cx="0" cy="330188"/>
          </a:xfrm>
          <a:prstGeom prst="line">
            <a:avLst/>
          </a:prstGeom>
          <a:noFill/>
          <a:ln w="28575" cap="rnd" cmpd="sng" algn="ctr">
            <a:solidFill>
              <a:srgbClr val="01479D"/>
            </a:solidFill>
            <a:prstDash val="solid"/>
            <a:round/>
          </a:ln>
          <a:effectLst/>
        </p:spPr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C343B6C-BE6E-C277-930E-A2AE253BF314}"/>
              </a:ext>
            </a:extLst>
          </p:cNvPr>
          <p:cNvSpPr txBox="1"/>
          <p:nvPr/>
        </p:nvSpPr>
        <p:spPr>
          <a:xfrm>
            <a:off x="816899" y="131624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ea typeface="阿里巴巴普惠体" panose="00020600040101010101" charset="-122"/>
              </a:rPr>
              <a:t>Python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ea typeface="阿里巴巴普惠体" panose="00020600040101010101" charset="-122"/>
              </a:rPr>
              <a:t>开发环境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F9D110C-8F56-C517-B0EE-7F28A9B64D9B}"/>
              </a:ext>
            </a:extLst>
          </p:cNvPr>
          <p:cNvSpPr txBox="1"/>
          <p:nvPr/>
        </p:nvSpPr>
        <p:spPr>
          <a:xfrm>
            <a:off x="816899" y="2004092"/>
            <a:ext cx="7209499" cy="2097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ea typeface="阿里巴巴普惠体" panose="00020600040101010101" charset="-122"/>
              </a:rPr>
              <a:t>Python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ea typeface="阿里巴巴普惠体" panose="00020600040101010101" charset="-122"/>
              </a:rPr>
              <a:t>程序的开发有许多种方式，一般我们常见的有：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ea typeface="阿里巴巴普惠体" panose="00020600040101010101" charset="-122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ea typeface="阿里巴巴普惠体" panose="00020600040101010101" charset="-122"/>
                <a:sym typeface="+mn-ea"/>
              </a:rPr>
              <a:t>Python解释器环境内，执行单行代码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ea typeface="阿里巴巴普惠体" panose="00020600040101010101" charset="-122"/>
                <a:sym typeface="+mn-ea"/>
              </a:rPr>
              <a:t>使用Python解释器程序，执行Python代码文件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阿里巴巴普惠体" panose="00020600040101010101" charset="-122"/>
                <a:sym typeface="+mn-ea"/>
              </a:rPr>
              <a:t>使用第三方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阿里巴巴普惠体" panose="00020600040101010101" charset="-122"/>
                <a:sym typeface="+mn-ea"/>
              </a:rPr>
              <a:t>IDE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阿里巴巴普惠体" panose="00020600040101010101" charset="-122"/>
                <a:sym typeface="+mn-ea"/>
              </a:rPr>
              <a:t>（集成开发工具），如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阿里巴巴普惠体" panose="00020600040101010101" charset="-122"/>
                <a:sym typeface="+mn-ea"/>
              </a:rPr>
              <a:t>PyCharm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阿里巴巴普惠体" panose="00020600040101010101" charset="-122"/>
                <a:sym typeface="+mn-ea"/>
              </a:rPr>
              <a:t>软件，开发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阿里巴巴普惠体" panose="00020600040101010101" charset="-122"/>
                <a:sym typeface="+mn-ea"/>
              </a:rPr>
              <a:t>Python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阿里巴巴普惠体" panose="00020600040101010101" charset="-122"/>
                <a:sym typeface="+mn-ea"/>
              </a:rPr>
              <a:t>程序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01F0282-EF6A-0B82-72F8-D086A526656C}"/>
              </a:ext>
            </a:extLst>
          </p:cNvPr>
          <p:cNvSpPr txBox="1"/>
          <p:nvPr/>
        </p:nvSpPr>
        <p:spPr>
          <a:xfrm>
            <a:off x="2077547" y="5373164"/>
            <a:ext cx="4351655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纤黑体" panose="02000000000000000000" charset="-122"/>
              </a:rPr>
              <a:t>最常用的就是使用</a:t>
            </a: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纤黑体" panose="02000000000000000000" charset="-122"/>
              </a:rPr>
              <a:t>PyCharm</a:t>
            </a: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纤黑体" panose="02000000000000000000" charset="-122"/>
              </a:rPr>
              <a:t>软件进行开发</a:t>
            </a:r>
          </a:p>
        </p:txBody>
      </p:sp>
      <p:pic>
        <p:nvPicPr>
          <p:cNvPr id="15" name="图片 3" descr="32313535353737303b32313535353737393bd6d8d2aa">
            <a:extLst>
              <a:ext uri="{FF2B5EF4-FFF2-40B4-BE49-F238E27FC236}">
                <a16:creationId xmlns:a16="http://schemas.microsoft.com/office/drawing/2014/main" id="{C338AA96-8803-D8FA-0823-E14F9788BE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6899" y="518477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50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2BA28-823D-0E3B-182C-12E22C515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>
            <a:extLst>
              <a:ext uri="{FF2B5EF4-FFF2-40B4-BE49-F238E27FC236}">
                <a16:creationId xmlns:a16="http://schemas.microsoft.com/office/drawing/2014/main" id="{65F2238D-3F2C-BACC-4C45-33330256EAAD}"/>
              </a:ext>
            </a:extLst>
          </p:cNvPr>
          <p:cNvSpPr txBox="1"/>
          <p:nvPr/>
        </p:nvSpPr>
        <p:spPr>
          <a:xfrm>
            <a:off x="816899" y="446534"/>
            <a:ext cx="16305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altLang="zh-CN" sz="2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PyCharm</a:t>
            </a:r>
            <a:r>
              <a:rPr lang="zh-CN" altLang="en-US" sz="2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简介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3D03EEBA-5FBB-E3D7-3AC6-623BD29652AA}"/>
              </a:ext>
            </a:extLst>
          </p:cNvPr>
          <p:cNvSpPr txBox="1"/>
          <p:nvPr/>
        </p:nvSpPr>
        <p:spPr>
          <a:xfrm>
            <a:off x="373082" y="477989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+mn-lt"/>
              </a:rPr>
              <a:t>1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Arial" panose="020B0604020202020204" pitchFamily="34" charset="0"/>
              <a:sym typeface="+mn-lt"/>
            </a:endParaRPr>
          </a:p>
        </p:txBody>
      </p: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46E17F77-B882-08EE-482A-647F25AF249C}"/>
              </a:ext>
            </a:extLst>
          </p:cNvPr>
          <p:cNvCxnSpPr>
            <a:cxnSpLocks/>
          </p:cNvCxnSpPr>
          <p:nvPr/>
        </p:nvCxnSpPr>
        <p:spPr>
          <a:xfrm flipV="1">
            <a:off x="821975" y="497561"/>
            <a:ext cx="0" cy="330188"/>
          </a:xfrm>
          <a:prstGeom prst="line">
            <a:avLst/>
          </a:prstGeom>
          <a:noFill/>
          <a:ln w="28575" cap="rnd" cmpd="sng" algn="ctr">
            <a:solidFill>
              <a:srgbClr val="01479D"/>
            </a:solidFill>
            <a:prstDash val="solid"/>
            <a:round/>
          </a:ln>
          <a:effectLst/>
        </p:spPr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8717AE42-6C4B-E24E-07DF-7F173711C828}"/>
              </a:ext>
            </a:extLst>
          </p:cNvPr>
          <p:cNvSpPr txBox="1"/>
          <p:nvPr/>
        </p:nvSpPr>
        <p:spPr>
          <a:xfrm>
            <a:off x="1468582" y="1542488"/>
            <a:ext cx="88253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PyCharm</a:t>
            </a:r>
            <a:r>
              <a:rPr lang="zh-CN" altLang="en-US" dirty="0"/>
              <a:t>是一种</a:t>
            </a:r>
            <a:r>
              <a:rPr lang="en-US" altLang="zh-CN" dirty="0"/>
              <a:t>Python IDE</a:t>
            </a:r>
            <a:r>
              <a:rPr lang="zh-CN" altLang="en-US" dirty="0"/>
              <a:t>（</a:t>
            </a:r>
            <a:r>
              <a:rPr lang="en-US" altLang="zh-CN" dirty="0"/>
              <a:t>Integrated Development Environment</a:t>
            </a:r>
            <a:r>
              <a:rPr lang="zh-CN" altLang="en-US" dirty="0"/>
              <a:t>，集成开发环境），带有一整套可以帮助用户在使用</a:t>
            </a:r>
            <a:r>
              <a:rPr lang="en-US" altLang="zh-CN" dirty="0"/>
              <a:t>Python</a:t>
            </a:r>
            <a:r>
              <a:rPr lang="zh-CN" altLang="en-US" dirty="0"/>
              <a:t>语言开发时提高其效率的工具，比如调试、语法高亮、项目管理、代码跳转、智能提示、自动完成、单元测试、版本控制。此外，该</a:t>
            </a:r>
            <a:r>
              <a:rPr lang="en-US" altLang="zh-CN" dirty="0"/>
              <a:t>IDE</a:t>
            </a:r>
            <a:r>
              <a:rPr lang="zh-CN" altLang="en-US" dirty="0"/>
              <a:t>提供了一些高级功能，以用于支持</a:t>
            </a:r>
            <a:r>
              <a:rPr lang="en-US" altLang="zh-CN" dirty="0"/>
              <a:t>Django</a:t>
            </a:r>
            <a:r>
              <a:rPr lang="zh-CN" altLang="en-US" dirty="0"/>
              <a:t>框架下的专业</a:t>
            </a:r>
            <a:r>
              <a:rPr lang="en-US" altLang="zh-CN" dirty="0"/>
              <a:t>Web</a:t>
            </a:r>
            <a:r>
              <a:rPr lang="zh-CN" altLang="en-US" dirty="0"/>
              <a:t>开发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2526AD0-BA1F-6789-08E1-F4230DEFED1B}"/>
              </a:ext>
            </a:extLst>
          </p:cNvPr>
          <p:cNvSpPr txBox="1"/>
          <p:nvPr/>
        </p:nvSpPr>
        <p:spPr>
          <a:xfrm>
            <a:off x="1468582" y="3690495"/>
            <a:ext cx="870065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PyCharm</a:t>
            </a:r>
            <a:r>
              <a:rPr lang="zh-CN" altLang="en-US" dirty="0"/>
              <a:t>分为：专业版 </a:t>
            </a:r>
            <a:r>
              <a:rPr lang="en-US" altLang="zh-CN" dirty="0"/>
              <a:t>- PyCharm Professional Edition </a:t>
            </a:r>
            <a:r>
              <a:rPr lang="zh-CN" altLang="en-US" dirty="0"/>
              <a:t>及 社区版 </a:t>
            </a:r>
            <a:r>
              <a:rPr lang="en-US" altLang="zh-CN" dirty="0"/>
              <a:t>- PyCharm Community Edition</a:t>
            </a:r>
          </a:p>
          <a:p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社区版</a:t>
            </a:r>
            <a:r>
              <a:rPr lang="zh-CN" altLang="en-US" dirty="0"/>
              <a:t>提供给开发者免费使用的，功能虽然不够全面，但能够满足日常开发需要。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专业版</a:t>
            </a:r>
            <a:r>
              <a:rPr lang="zh-CN" altLang="en-US" dirty="0"/>
              <a:t>需要付费购买激活码才可使用，功能全面，适用于公司进行专业互联网开发。</a:t>
            </a:r>
          </a:p>
        </p:txBody>
      </p:sp>
    </p:spTree>
    <p:extLst>
      <p:ext uri="{BB962C8B-B14F-4D97-AF65-F5344CB8AC3E}">
        <p14:creationId xmlns:p14="http://schemas.microsoft.com/office/powerpoint/2010/main" val="1915282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"/>
          <p:cNvSpPr>
            <a:spLocks noEditPoints="1"/>
          </p:cNvSpPr>
          <p:nvPr/>
        </p:nvSpPr>
        <p:spPr bwMode="auto">
          <a:xfrm>
            <a:off x="1592985" y="2949087"/>
            <a:ext cx="1724590" cy="1612868"/>
          </a:xfrm>
          <a:custGeom>
            <a:avLst/>
            <a:gdLst>
              <a:gd name="T0" fmla="*/ 675 w 1848"/>
              <a:gd name="T1" fmla="*/ 126 h 1848"/>
              <a:gd name="T2" fmla="*/ 286 w 1848"/>
              <a:gd name="T3" fmla="*/ 287 h 1848"/>
              <a:gd name="T4" fmla="*/ 126 w 1848"/>
              <a:gd name="T5" fmla="*/ 675 h 1848"/>
              <a:gd name="T6" fmla="*/ 286 w 1848"/>
              <a:gd name="T7" fmla="*/ 1064 h 1848"/>
              <a:gd name="T8" fmla="*/ 675 w 1848"/>
              <a:gd name="T9" fmla="*/ 1225 h 1848"/>
              <a:gd name="T10" fmla="*/ 1063 w 1848"/>
              <a:gd name="T11" fmla="*/ 1064 h 1848"/>
              <a:gd name="T12" fmla="*/ 1063 w 1848"/>
              <a:gd name="T13" fmla="*/ 287 h 1848"/>
              <a:gd name="T14" fmla="*/ 675 w 1848"/>
              <a:gd name="T15" fmla="*/ 126 h 1848"/>
              <a:gd name="T16" fmla="*/ 675 w 1848"/>
              <a:gd name="T17" fmla="*/ 1350 h 1848"/>
              <a:gd name="T18" fmla="*/ 198 w 1848"/>
              <a:gd name="T19" fmla="*/ 1153 h 1848"/>
              <a:gd name="T20" fmla="*/ 0 w 1848"/>
              <a:gd name="T21" fmla="*/ 675 h 1848"/>
              <a:gd name="T22" fmla="*/ 198 w 1848"/>
              <a:gd name="T23" fmla="*/ 198 h 1848"/>
              <a:gd name="T24" fmla="*/ 675 w 1848"/>
              <a:gd name="T25" fmla="*/ 0 h 1848"/>
              <a:gd name="T26" fmla="*/ 1152 w 1848"/>
              <a:gd name="T27" fmla="*/ 198 h 1848"/>
              <a:gd name="T28" fmla="*/ 1152 w 1848"/>
              <a:gd name="T29" fmla="*/ 1153 h 1848"/>
              <a:gd name="T30" fmla="*/ 675 w 1848"/>
              <a:gd name="T31" fmla="*/ 1350 h 1848"/>
              <a:gd name="T32" fmla="*/ 1261 w 1848"/>
              <a:gd name="T33" fmla="*/ 1068 h 1848"/>
              <a:gd name="T34" fmla="*/ 1261 w 1848"/>
              <a:gd name="T35" fmla="*/ 1153 h 1848"/>
              <a:gd name="T36" fmla="*/ 1153 w 1848"/>
              <a:gd name="T37" fmla="*/ 1261 h 1848"/>
              <a:gd name="T38" fmla="*/ 1067 w 1848"/>
              <a:gd name="T39" fmla="*/ 1261 h 1848"/>
              <a:gd name="T40" fmla="*/ 1063 w 1848"/>
              <a:gd name="T41" fmla="*/ 1257 h 1848"/>
              <a:gd name="T42" fmla="*/ 1063 w 1848"/>
              <a:gd name="T43" fmla="*/ 1172 h 1848"/>
              <a:gd name="T44" fmla="*/ 1171 w 1848"/>
              <a:gd name="T45" fmla="*/ 1064 h 1848"/>
              <a:gd name="T46" fmla="*/ 1257 w 1848"/>
              <a:gd name="T47" fmla="*/ 1064 h 1848"/>
              <a:gd name="T48" fmla="*/ 1261 w 1848"/>
              <a:gd name="T49" fmla="*/ 1068 h 1848"/>
              <a:gd name="T50" fmla="*/ 1401 w 1848"/>
              <a:gd name="T51" fmla="*/ 1250 h 1848"/>
              <a:gd name="T52" fmla="*/ 1401 w 1848"/>
              <a:gd name="T53" fmla="*/ 1401 h 1848"/>
              <a:gd name="T54" fmla="*/ 1250 w 1848"/>
              <a:gd name="T55" fmla="*/ 1401 h 1848"/>
              <a:gd name="T56" fmla="*/ 1250 w 1848"/>
              <a:gd name="T57" fmla="*/ 1250 h 1848"/>
              <a:gd name="T58" fmla="*/ 1401 w 1848"/>
              <a:gd name="T59" fmla="*/ 1250 h 1848"/>
              <a:gd name="T60" fmla="*/ 1827 w 1848"/>
              <a:gd name="T61" fmla="*/ 1655 h 1848"/>
              <a:gd name="T62" fmla="*/ 1823 w 1848"/>
              <a:gd name="T63" fmla="*/ 1736 h 1848"/>
              <a:gd name="T64" fmla="*/ 1736 w 1848"/>
              <a:gd name="T65" fmla="*/ 1823 h 1848"/>
              <a:gd name="T66" fmla="*/ 1654 w 1848"/>
              <a:gd name="T67" fmla="*/ 1827 h 1848"/>
              <a:gd name="T68" fmla="*/ 1396 w 1848"/>
              <a:gd name="T69" fmla="*/ 1569 h 1848"/>
              <a:gd name="T70" fmla="*/ 1400 w 1848"/>
              <a:gd name="T71" fmla="*/ 1487 h 1848"/>
              <a:gd name="T72" fmla="*/ 1487 w 1848"/>
              <a:gd name="T73" fmla="*/ 1400 h 1848"/>
              <a:gd name="T74" fmla="*/ 1568 w 1848"/>
              <a:gd name="T75" fmla="*/ 1396 h 1848"/>
              <a:gd name="T76" fmla="*/ 1827 w 1848"/>
              <a:gd name="T77" fmla="*/ 1655 h 1848"/>
              <a:gd name="T78" fmla="*/ 675 w 1848"/>
              <a:gd name="T79" fmla="*/ 270 h 1848"/>
              <a:gd name="T80" fmla="*/ 389 w 1848"/>
              <a:gd name="T81" fmla="*/ 389 h 1848"/>
              <a:gd name="T82" fmla="*/ 270 w 1848"/>
              <a:gd name="T83" fmla="*/ 675 h 1848"/>
              <a:gd name="T84" fmla="*/ 389 w 1848"/>
              <a:gd name="T85" fmla="*/ 962 h 1848"/>
              <a:gd name="T86" fmla="*/ 675 w 1848"/>
              <a:gd name="T87" fmla="*/ 1080 h 1848"/>
              <a:gd name="T88" fmla="*/ 961 w 1848"/>
              <a:gd name="T89" fmla="*/ 962 h 1848"/>
              <a:gd name="T90" fmla="*/ 961 w 1848"/>
              <a:gd name="T91" fmla="*/ 389 h 1848"/>
              <a:gd name="T92" fmla="*/ 675 w 1848"/>
              <a:gd name="T93" fmla="*/ 270 h 1848"/>
              <a:gd name="T94" fmla="*/ 675 w 1848"/>
              <a:gd name="T95" fmla="*/ 1164 h 1848"/>
              <a:gd name="T96" fmla="*/ 329 w 1848"/>
              <a:gd name="T97" fmla="*/ 1021 h 1848"/>
              <a:gd name="T98" fmla="*/ 186 w 1848"/>
              <a:gd name="T99" fmla="*/ 675 h 1848"/>
              <a:gd name="T100" fmla="*/ 329 w 1848"/>
              <a:gd name="T101" fmla="*/ 330 h 1848"/>
              <a:gd name="T102" fmla="*/ 675 w 1848"/>
              <a:gd name="T103" fmla="*/ 187 h 1848"/>
              <a:gd name="T104" fmla="*/ 1021 w 1848"/>
              <a:gd name="T105" fmla="*/ 330 h 1848"/>
              <a:gd name="T106" fmla="*/ 1021 w 1848"/>
              <a:gd name="T107" fmla="*/ 1021 h 1848"/>
              <a:gd name="T108" fmla="*/ 675 w 1848"/>
              <a:gd name="T109" fmla="*/ 1164 h 18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848" h="1848">
                <a:moveTo>
                  <a:pt x="675" y="126"/>
                </a:moveTo>
                <a:cubicBezTo>
                  <a:pt x="528" y="126"/>
                  <a:pt x="390" y="183"/>
                  <a:pt x="286" y="287"/>
                </a:cubicBezTo>
                <a:cubicBezTo>
                  <a:pt x="183" y="391"/>
                  <a:pt x="126" y="529"/>
                  <a:pt x="126" y="675"/>
                </a:cubicBezTo>
                <a:cubicBezTo>
                  <a:pt x="126" y="822"/>
                  <a:pt x="183" y="960"/>
                  <a:pt x="286" y="1064"/>
                </a:cubicBezTo>
                <a:cubicBezTo>
                  <a:pt x="390" y="1168"/>
                  <a:pt x="528" y="1225"/>
                  <a:pt x="675" y="1225"/>
                </a:cubicBezTo>
                <a:cubicBezTo>
                  <a:pt x="822" y="1225"/>
                  <a:pt x="960" y="1168"/>
                  <a:pt x="1063" y="1064"/>
                </a:cubicBezTo>
                <a:cubicBezTo>
                  <a:pt x="1278" y="850"/>
                  <a:pt x="1278" y="501"/>
                  <a:pt x="1063" y="287"/>
                </a:cubicBezTo>
                <a:cubicBezTo>
                  <a:pt x="960" y="183"/>
                  <a:pt x="822" y="126"/>
                  <a:pt x="675" y="126"/>
                </a:cubicBezTo>
                <a:close/>
                <a:moveTo>
                  <a:pt x="675" y="1350"/>
                </a:moveTo>
                <a:cubicBezTo>
                  <a:pt x="495" y="1350"/>
                  <a:pt x="325" y="1280"/>
                  <a:pt x="198" y="1153"/>
                </a:cubicBezTo>
                <a:cubicBezTo>
                  <a:pt x="70" y="1025"/>
                  <a:pt x="0" y="856"/>
                  <a:pt x="0" y="675"/>
                </a:cubicBezTo>
                <a:cubicBezTo>
                  <a:pt x="0" y="495"/>
                  <a:pt x="70" y="326"/>
                  <a:pt x="198" y="198"/>
                </a:cubicBezTo>
                <a:cubicBezTo>
                  <a:pt x="325" y="71"/>
                  <a:pt x="495" y="0"/>
                  <a:pt x="675" y="0"/>
                </a:cubicBezTo>
                <a:cubicBezTo>
                  <a:pt x="855" y="0"/>
                  <a:pt x="1025" y="71"/>
                  <a:pt x="1152" y="198"/>
                </a:cubicBezTo>
                <a:cubicBezTo>
                  <a:pt x="1415" y="461"/>
                  <a:pt x="1415" y="889"/>
                  <a:pt x="1152" y="1153"/>
                </a:cubicBezTo>
                <a:cubicBezTo>
                  <a:pt x="1025" y="1280"/>
                  <a:pt x="855" y="1350"/>
                  <a:pt x="675" y="1350"/>
                </a:cubicBezTo>
                <a:close/>
                <a:moveTo>
                  <a:pt x="1261" y="1068"/>
                </a:moveTo>
                <a:cubicBezTo>
                  <a:pt x="1284" y="1091"/>
                  <a:pt x="1284" y="1130"/>
                  <a:pt x="1261" y="1153"/>
                </a:cubicBezTo>
                <a:lnTo>
                  <a:pt x="1153" y="1261"/>
                </a:lnTo>
                <a:cubicBezTo>
                  <a:pt x="1129" y="1285"/>
                  <a:pt x="1091" y="1285"/>
                  <a:pt x="1067" y="1261"/>
                </a:cubicBezTo>
                <a:lnTo>
                  <a:pt x="1063" y="1257"/>
                </a:lnTo>
                <a:cubicBezTo>
                  <a:pt x="1040" y="1234"/>
                  <a:pt x="1040" y="1195"/>
                  <a:pt x="1063" y="1172"/>
                </a:cubicBezTo>
                <a:lnTo>
                  <a:pt x="1171" y="1064"/>
                </a:lnTo>
                <a:cubicBezTo>
                  <a:pt x="1195" y="1040"/>
                  <a:pt x="1233" y="1040"/>
                  <a:pt x="1257" y="1064"/>
                </a:cubicBezTo>
                <a:lnTo>
                  <a:pt x="1261" y="1068"/>
                </a:lnTo>
                <a:close/>
                <a:moveTo>
                  <a:pt x="1401" y="1250"/>
                </a:moveTo>
                <a:cubicBezTo>
                  <a:pt x="1442" y="1292"/>
                  <a:pt x="1442" y="1359"/>
                  <a:pt x="1401" y="1401"/>
                </a:cubicBezTo>
                <a:cubicBezTo>
                  <a:pt x="1359" y="1443"/>
                  <a:pt x="1291" y="1443"/>
                  <a:pt x="1250" y="1401"/>
                </a:cubicBezTo>
                <a:cubicBezTo>
                  <a:pt x="1208" y="1359"/>
                  <a:pt x="1208" y="1292"/>
                  <a:pt x="1250" y="1250"/>
                </a:cubicBezTo>
                <a:cubicBezTo>
                  <a:pt x="1291" y="1208"/>
                  <a:pt x="1359" y="1208"/>
                  <a:pt x="1401" y="1250"/>
                </a:cubicBezTo>
                <a:close/>
                <a:moveTo>
                  <a:pt x="1827" y="1655"/>
                </a:moveTo>
                <a:cubicBezTo>
                  <a:pt x="1848" y="1676"/>
                  <a:pt x="1846" y="1713"/>
                  <a:pt x="1823" y="1736"/>
                </a:cubicBezTo>
                <a:lnTo>
                  <a:pt x="1736" y="1823"/>
                </a:lnTo>
                <a:cubicBezTo>
                  <a:pt x="1713" y="1847"/>
                  <a:pt x="1676" y="1848"/>
                  <a:pt x="1654" y="1827"/>
                </a:cubicBezTo>
                <a:lnTo>
                  <a:pt x="1396" y="1569"/>
                </a:lnTo>
                <a:cubicBezTo>
                  <a:pt x="1375" y="1547"/>
                  <a:pt x="1376" y="1511"/>
                  <a:pt x="1400" y="1487"/>
                </a:cubicBezTo>
                <a:lnTo>
                  <a:pt x="1487" y="1400"/>
                </a:lnTo>
                <a:cubicBezTo>
                  <a:pt x="1510" y="1377"/>
                  <a:pt x="1547" y="1375"/>
                  <a:pt x="1568" y="1396"/>
                </a:cubicBezTo>
                <a:lnTo>
                  <a:pt x="1827" y="1655"/>
                </a:lnTo>
                <a:close/>
                <a:moveTo>
                  <a:pt x="675" y="270"/>
                </a:moveTo>
                <a:cubicBezTo>
                  <a:pt x="567" y="270"/>
                  <a:pt x="465" y="312"/>
                  <a:pt x="389" y="389"/>
                </a:cubicBezTo>
                <a:cubicBezTo>
                  <a:pt x="312" y="465"/>
                  <a:pt x="270" y="567"/>
                  <a:pt x="270" y="675"/>
                </a:cubicBezTo>
                <a:cubicBezTo>
                  <a:pt x="270" y="783"/>
                  <a:pt x="312" y="885"/>
                  <a:pt x="389" y="962"/>
                </a:cubicBezTo>
                <a:cubicBezTo>
                  <a:pt x="465" y="1038"/>
                  <a:pt x="567" y="1080"/>
                  <a:pt x="675" y="1080"/>
                </a:cubicBezTo>
                <a:cubicBezTo>
                  <a:pt x="783" y="1080"/>
                  <a:pt x="885" y="1038"/>
                  <a:pt x="961" y="962"/>
                </a:cubicBezTo>
                <a:cubicBezTo>
                  <a:pt x="1119" y="804"/>
                  <a:pt x="1119" y="547"/>
                  <a:pt x="961" y="389"/>
                </a:cubicBezTo>
                <a:cubicBezTo>
                  <a:pt x="885" y="312"/>
                  <a:pt x="783" y="270"/>
                  <a:pt x="675" y="270"/>
                </a:cubicBezTo>
                <a:close/>
                <a:moveTo>
                  <a:pt x="675" y="1164"/>
                </a:moveTo>
                <a:cubicBezTo>
                  <a:pt x="544" y="1164"/>
                  <a:pt x="422" y="1113"/>
                  <a:pt x="329" y="1021"/>
                </a:cubicBezTo>
                <a:cubicBezTo>
                  <a:pt x="237" y="929"/>
                  <a:pt x="186" y="806"/>
                  <a:pt x="186" y="675"/>
                </a:cubicBezTo>
                <a:cubicBezTo>
                  <a:pt x="186" y="545"/>
                  <a:pt x="237" y="422"/>
                  <a:pt x="329" y="330"/>
                </a:cubicBezTo>
                <a:cubicBezTo>
                  <a:pt x="422" y="237"/>
                  <a:pt x="544" y="187"/>
                  <a:pt x="675" y="187"/>
                </a:cubicBezTo>
                <a:cubicBezTo>
                  <a:pt x="806" y="187"/>
                  <a:pt x="928" y="237"/>
                  <a:pt x="1021" y="330"/>
                </a:cubicBezTo>
                <a:cubicBezTo>
                  <a:pt x="1211" y="520"/>
                  <a:pt x="1211" y="830"/>
                  <a:pt x="1021" y="1021"/>
                </a:cubicBezTo>
                <a:cubicBezTo>
                  <a:pt x="928" y="1113"/>
                  <a:pt x="806" y="1164"/>
                  <a:pt x="675" y="1164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DB6B9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4099812" y="2841974"/>
            <a:ext cx="4951823" cy="720000"/>
            <a:chOff x="5367559" y="2929837"/>
            <a:chExt cx="4951823" cy="720000"/>
          </a:xfrm>
        </p:grpSpPr>
        <p:sp>
          <p:nvSpPr>
            <p:cNvPr id="14" name="文本框 13"/>
            <p:cNvSpPr txBox="1"/>
            <p:nvPr/>
          </p:nvSpPr>
          <p:spPr>
            <a:xfrm>
              <a:off x="6086899" y="3003506"/>
              <a:ext cx="423248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600" b="1" i="0" u="none" strike="noStrike" kern="0" cap="none" spc="0" normalizeH="0" baseline="0" noProof="0" dirty="0">
                  <a:ln>
                    <a:noFill/>
                  </a:ln>
                  <a:solidFill>
                    <a:srgbClr val="17406D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charset="-122"/>
                  <a:cs typeface="+mn-cs"/>
                </a:rPr>
                <a:t>PyCharm</a:t>
              </a:r>
              <a:r>
                <a:rPr kumimoji="0" lang="zh-CN" altLang="en-US" sz="3600" b="1" i="0" u="none" strike="noStrike" kern="0" cap="none" spc="0" normalizeH="0" baseline="0" noProof="0" dirty="0">
                  <a:ln>
                    <a:noFill/>
                  </a:ln>
                  <a:solidFill>
                    <a:srgbClr val="17406D"/>
                  </a:solidFill>
                  <a:effectLst/>
                  <a:uLnTx/>
                  <a:uFillTx/>
                  <a:latin typeface="Calibri" panose="020F0502020204030204"/>
                  <a:ea typeface="微软雅黑" panose="020B0503020204020204" charset="-122"/>
                  <a:cs typeface="+mn-cs"/>
                </a:rPr>
                <a:t>下载及安装</a:t>
              </a:r>
            </a:p>
          </p:txBody>
        </p:sp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3" cstate="print">
              <a:duotone>
                <a:srgbClr val="0F6FC6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67559" y="2929837"/>
              <a:ext cx="719341" cy="720000"/>
            </a:xfrm>
            <a:prstGeom prst="rect">
              <a:avLst/>
            </a:prstGeom>
            <a:noFill/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00"/>
    </mc:Choice>
    <mc:Fallback xmlns="">
      <p:transition spd="slow" advTm="4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D00E2-F963-B372-F77A-B4AD4432A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>
            <a:extLst>
              <a:ext uri="{FF2B5EF4-FFF2-40B4-BE49-F238E27FC236}">
                <a16:creationId xmlns:a16="http://schemas.microsoft.com/office/drawing/2014/main" id="{FDEB6D0F-DC70-1380-674A-4DD0DDA73C63}"/>
              </a:ext>
            </a:extLst>
          </p:cNvPr>
          <p:cNvSpPr txBox="1"/>
          <p:nvPr/>
        </p:nvSpPr>
        <p:spPr>
          <a:xfrm>
            <a:off x="816899" y="446534"/>
            <a:ext cx="24000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PyCharm</a:t>
            </a:r>
            <a:r>
              <a:rPr lang="zh-CN" altLang="en-US" sz="2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下载及安装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4D6C9F75-0D35-F235-E313-3FF306840689}"/>
              </a:ext>
            </a:extLst>
          </p:cNvPr>
          <p:cNvSpPr txBox="1"/>
          <p:nvPr/>
        </p:nvSpPr>
        <p:spPr>
          <a:xfrm>
            <a:off x="373082" y="477989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+mn-lt"/>
              </a:rPr>
              <a:t>2</a:t>
            </a:r>
          </a:p>
        </p:txBody>
      </p: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6B9A265B-55B3-6DB7-B288-0692D270F364}"/>
              </a:ext>
            </a:extLst>
          </p:cNvPr>
          <p:cNvCxnSpPr>
            <a:cxnSpLocks/>
          </p:cNvCxnSpPr>
          <p:nvPr/>
        </p:nvCxnSpPr>
        <p:spPr>
          <a:xfrm flipV="1">
            <a:off x="821975" y="497561"/>
            <a:ext cx="0" cy="330188"/>
          </a:xfrm>
          <a:prstGeom prst="line">
            <a:avLst/>
          </a:prstGeom>
          <a:noFill/>
          <a:ln w="28575" cap="rnd" cmpd="sng" algn="ctr">
            <a:solidFill>
              <a:srgbClr val="01479D"/>
            </a:solidFill>
            <a:prstDash val="solid"/>
            <a:round/>
          </a:ln>
          <a:effectLst/>
        </p:spPr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770D816-152F-C761-D3C3-52ADD330D3DD}"/>
              </a:ext>
            </a:extLst>
          </p:cNvPr>
          <p:cNvSpPr txBox="1"/>
          <p:nvPr/>
        </p:nvSpPr>
        <p:spPr>
          <a:xfrm>
            <a:off x="816898" y="1556480"/>
            <a:ext cx="70155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打开网站：</a:t>
            </a:r>
            <a:r>
              <a:rPr lang="en-US" altLang="zh-CN" dirty="0"/>
              <a:t>https://www.jetbrains.com/pycharm/download/#section=windows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85E50D4-4A8A-8859-454F-A8417D0A7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263" y="2650836"/>
            <a:ext cx="6084136" cy="3243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327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C4F1C-0A3A-6B83-6EB6-EDB54E7B9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>
            <a:extLst>
              <a:ext uri="{FF2B5EF4-FFF2-40B4-BE49-F238E27FC236}">
                <a16:creationId xmlns:a16="http://schemas.microsoft.com/office/drawing/2014/main" id="{CEAAA0E6-805A-C0A4-4849-85D7D1ABCEC6}"/>
              </a:ext>
            </a:extLst>
          </p:cNvPr>
          <p:cNvSpPr txBox="1"/>
          <p:nvPr/>
        </p:nvSpPr>
        <p:spPr>
          <a:xfrm>
            <a:off x="816899" y="446534"/>
            <a:ext cx="24000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PyCharm</a:t>
            </a:r>
            <a:r>
              <a:rPr lang="zh-CN" altLang="en-US" sz="2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下载及安装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ACD764E6-2081-07AE-F2B8-6182FD48D0B0}"/>
              </a:ext>
            </a:extLst>
          </p:cNvPr>
          <p:cNvSpPr txBox="1"/>
          <p:nvPr/>
        </p:nvSpPr>
        <p:spPr>
          <a:xfrm>
            <a:off x="373082" y="477989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+mn-lt"/>
              </a:rPr>
              <a:t>2</a:t>
            </a:r>
          </a:p>
        </p:txBody>
      </p: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9F862D0F-8AAB-5FE1-1213-4E22C6CD9701}"/>
              </a:ext>
            </a:extLst>
          </p:cNvPr>
          <p:cNvCxnSpPr>
            <a:cxnSpLocks/>
          </p:cNvCxnSpPr>
          <p:nvPr/>
        </p:nvCxnSpPr>
        <p:spPr>
          <a:xfrm flipV="1">
            <a:off x="821975" y="497561"/>
            <a:ext cx="0" cy="330188"/>
          </a:xfrm>
          <a:prstGeom prst="line">
            <a:avLst/>
          </a:prstGeom>
          <a:noFill/>
          <a:ln w="28575" cap="rnd" cmpd="sng" algn="ctr">
            <a:solidFill>
              <a:srgbClr val="01479D"/>
            </a:solidFill>
            <a:prstDash val="solid"/>
            <a:round/>
          </a:ln>
          <a:effectLst/>
        </p:spPr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286ED093-7252-7DC2-A653-DEB4FBF6E6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082" y="2015491"/>
            <a:ext cx="5087834" cy="384877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7C35A891-1230-5FAE-02B2-BF3EDECB3BD8}"/>
              </a:ext>
            </a:extLst>
          </p:cNvPr>
          <p:cNvSpPr txBox="1"/>
          <p:nvPr/>
        </p:nvSpPr>
        <p:spPr>
          <a:xfrm>
            <a:off x="8891035" y="1566683"/>
            <a:ext cx="76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步骤</a:t>
            </a:r>
            <a:r>
              <a:rPr lang="en-US" altLang="zh-CN" dirty="0"/>
              <a:t>2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E994F84-E997-2377-B419-DBE9C6E1C4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86" y="2015491"/>
            <a:ext cx="5088059" cy="384877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E82F02C-72DD-5853-4C1B-DA08C501BD6B}"/>
              </a:ext>
            </a:extLst>
          </p:cNvPr>
          <p:cNvSpPr txBox="1"/>
          <p:nvPr/>
        </p:nvSpPr>
        <p:spPr>
          <a:xfrm>
            <a:off x="2378363" y="1641983"/>
            <a:ext cx="76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步骤</a:t>
            </a:r>
            <a:r>
              <a:rPr lang="en-US" altLang="zh-CN" dirty="0"/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4018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E3A4D-AB82-2754-CA04-DD6C06ED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>
            <a:extLst>
              <a:ext uri="{FF2B5EF4-FFF2-40B4-BE49-F238E27FC236}">
                <a16:creationId xmlns:a16="http://schemas.microsoft.com/office/drawing/2014/main" id="{C29E4B8F-AC82-B24D-9B6F-604FC7431015}"/>
              </a:ext>
            </a:extLst>
          </p:cNvPr>
          <p:cNvSpPr txBox="1"/>
          <p:nvPr/>
        </p:nvSpPr>
        <p:spPr>
          <a:xfrm>
            <a:off x="816899" y="446534"/>
            <a:ext cx="24000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PyCharm</a:t>
            </a:r>
            <a:r>
              <a:rPr lang="zh-CN" altLang="en-US" sz="2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下载及安装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4698A3DC-97E6-F98F-CC3E-18784D27B728}"/>
              </a:ext>
            </a:extLst>
          </p:cNvPr>
          <p:cNvSpPr txBox="1"/>
          <p:nvPr/>
        </p:nvSpPr>
        <p:spPr>
          <a:xfrm>
            <a:off x="373082" y="477989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+mn-lt"/>
              </a:rPr>
              <a:t>2</a:t>
            </a:r>
          </a:p>
        </p:txBody>
      </p: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A29CB9BC-BBF4-A8F7-A603-49AADE937D8E}"/>
              </a:ext>
            </a:extLst>
          </p:cNvPr>
          <p:cNvCxnSpPr>
            <a:cxnSpLocks/>
          </p:cNvCxnSpPr>
          <p:nvPr/>
        </p:nvCxnSpPr>
        <p:spPr>
          <a:xfrm flipV="1">
            <a:off x="821975" y="497561"/>
            <a:ext cx="0" cy="330188"/>
          </a:xfrm>
          <a:prstGeom prst="line">
            <a:avLst/>
          </a:prstGeom>
          <a:noFill/>
          <a:ln w="28575" cap="rnd" cmpd="sng" algn="ctr">
            <a:solidFill>
              <a:srgbClr val="01479D"/>
            </a:solidFill>
            <a:prstDash val="solid"/>
            <a:round/>
          </a:ln>
          <a:effectLst/>
        </p:spPr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B1806CCB-B5F7-78D0-1E53-B5B75A10FA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032" y="1899650"/>
            <a:ext cx="4515766" cy="374377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BC9D0A0-2B8F-13A5-46B0-BACF71CD0F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736" y="1899650"/>
            <a:ext cx="4873625" cy="368681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FE06842-3189-8071-7775-4B740B32838C}"/>
              </a:ext>
            </a:extLst>
          </p:cNvPr>
          <p:cNvSpPr txBox="1"/>
          <p:nvPr/>
        </p:nvSpPr>
        <p:spPr>
          <a:xfrm>
            <a:off x="2448756" y="1530318"/>
            <a:ext cx="76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步骤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EF78E1-40AD-17E7-9FCB-1C021B4FF059}"/>
              </a:ext>
            </a:extLst>
          </p:cNvPr>
          <p:cNvSpPr txBox="1"/>
          <p:nvPr/>
        </p:nvSpPr>
        <p:spPr>
          <a:xfrm>
            <a:off x="8591007" y="1530318"/>
            <a:ext cx="76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步骤</a:t>
            </a:r>
            <a:r>
              <a:rPr lang="en-US" altLang="zh-CN" dirty="0"/>
              <a:t>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7517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4AC0F-DDEC-ABAA-B453-611170952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">
            <a:extLst>
              <a:ext uri="{FF2B5EF4-FFF2-40B4-BE49-F238E27FC236}">
                <a16:creationId xmlns:a16="http://schemas.microsoft.com/office/drawing/2014/main" id="{C0AA4D41-05BF-C223-5B58-318471A512C1}"/>
              </a:ext>
            </a:extLst>
          </p:cNvPr>
          <p:cNvSpPr>
            <a:spLocks noEditPoints="1"/>
          </p:cNvSpPr>
          <p:nvPr/>
        </p:nvSpPr>
        <p:spPr bwMode="auto">
          <a:xfrm>
            <a:off x="1592985" y="2949087"/>
            <a:ext cx="1724590" cy="1612868"/>
          </a:xfrm>
          <a:custGeom>
            <a:avLst/>
            <a:gdLst>
              <a:gd name="T0" fmla="*/ 675 w 1848"/>
              <a:gd name="T1" fmla="*/ 126 h 1848"/>
              <a:gd name="T2" fmla="*/ 286 w 1848"/>
              <a:gd name="T3" fmla="*/ 287 h 1848"/>
              <a:gd name="T4" fmla="*/ 126 w 1848"/>
              <a:gd name="T5" fmla="*/ 675 h 1848"/>
              <a:gd name="T6" fmla="*/ 286 w 1848"/>
              <a:gd name="T7" fmla="*/ 1064 h 1848"/>
              <a:gd name="T8" fmla="*/ 675 w 1848"/>
              <a:gd name="T9" fmla="*/ 1225 h 1848"/>
              <a:gd name="T10" fmla="*/ 1063 w 1848"/>
              <a:gd name="T11" fmla="*/ 1064 h 1848"/>
              <a:gd name="T12" fmla="*/ 1063 w 1848"/>
              <a:gd name="T13" fmla="*/ 287 h 1848"/>
              <a:gd name="T14" fmla="*/ 675 w 1848"/>
              <a:gd name="T15" fmla="*/ 126 h 1848"/>
              <a:gd name="T16" fmla="*/ 675 w 1848"/>
              <a:gd name="T17" fmla="*/ 1350 h 1848"/>
              <a:gd name="T18" fmla="*/ 198 w 1848"/>
              <a:gd name="T19" fmla="*/ 1153 h 1848"/>
              <a:gd name="T20" fmla="*/ 0 w 1848"/>
              <a:gd name="T21" fmla="*/ 675 h 1848"/>
              <a:gd name="T22" fmla="*/ 198 w 1848"/>
              <a:gd name="T23" fmla="*/ 198 h 1848"/>
              <a:gd name="T24" fmla="*/ 675 w 1848"/>
              <a:gd name="T25" fmla="*/ 0 h 1848"/>
              <a:gd name="T26" fmla="*/ 1152 w 1848"/>
              <a:gd name="T27" fmla="*/ 198 h 1848"/>
              <a:gd name="T28" fmla="*/ 1152 w 1848"/>
              <a:gd name="T29" fmla="*/ 1153 h 1848"/>
              <a:gd name="T30" fmla="*/ 675 w 1848"/>
              <a:gd name="T31" fmla="*/ 1350 h 1848"/>
              <a:gd name="T32" fmla="*/ 1261 w 1848"/>
              <a:gd name="T33" fmla="*/ 1068 h 1848"/>
              <a:gd name="T34" fmla="*/ 1261 w 1848"/>
              <a:gd name="T35" fmla="*/ 1153 h 1848"/>
              <a:gd name="T36" fmla="*/ 1153 w 1848"/>
              <a:gd name="T37" fmla="*/ 1261 h 1848"/>
              <a:gd name="T38" fmla="*/ 1067 w 1848"/>
              <a:gd name="T39" fmla="*/ 1261 h 1848"/>
              <a:gd name="T40" fmla="*/ 1063 w 1848"/>
              <a:gd name="T41" fmla="*/ 1257 h 1848"/>
              <a:gd name="T42" fmla="*/ 1063 w 1848"/>
              <a:gd name="T43" fmla="*/ 1172 h 1848"/>
              <a:gd name="T44" fmla="*/ 1171 w 1848"/>
              <a:gd name="T45" fmla="*/ 1064 h 1848"/>
              <a:gd name="T46" fmla="*/ 1257 w 1848"/>
              <a:gd name="T47" fmla="*/ 1064 h 1848"/>
              <a:gd name="T48" fmla="*/ 1261 w 1848"/>
              <a:gd name="T49" fmla="*/ 1068 h 1848"/>
              <a:gd name="T50" fmla="*/ 1401 w 1848"/>
              <a:gd name="T51" fmla="*/ 1250 h 1848"/>
              <a:gd name="T52" fmla="*/ 1401 w 1848"/>
              <a:gd name="T53" fmla="*/ 1401 h 1848"/>
              <a:gd name="T54" fmla="*/ 1250 w 1848"/>
              <a:gd name="T55" fmla="*/ 1401 h 1848"/>
              <a:gd name="T56" fmla="*/ 1250 w 1848"/>
              <a:gd name="T57" fmla="*/ 1250 h 1848"/>
              <a:gd name="T58" fmla="*/ 1401 w 1848"/>
              <a:gd name="T59" fmla="*/ 1250 h 1848"/>
              <a:gd name="T60" fmla="*/ 1827 w 1848"/>
              <a:gd name="T61" fmla="*/ 1655 h 1848"/>
              <a:gd name="T62" fmla="*/ 1823 w 1848"/>
              <a:gd name="T63" fmla="*/ 1736 h 1848"/>
              <a:gd name="T64" fmla="*/ 1736 w 1848"/>
              <a:gd name="T65" fmla="*/ 1823 h 1848"/>
              <a:gd name="T66" fmla="*/ 1654 w 1848"/>
              <a:gd name="T67" fmla="*/ 1827 h 1848"/>
              <a:gd name="T68" fmla="*/ 1396 w 1848"/>
              <a:gd name="T69" fmla="*/ 1569 h 1848"/>
              <a:gd name="T70" fmla="*/ 1400 w 1848"/>
              <a:gd name="T71" fmla="*/ 1487 h 1848"/>
              <a:gd name="T72" fmla="*/ 1487 w 1848"/>
              <a:gd name="T73" fmla="*/ 1400 h 1848"/>
              <a:gd name="T74" fmla="*/ 1568 w 1848"/>
              <a:gd name="T75" fmla="*/ 1396 h 1848"/>
              <a:gd name="T76" fmla="*/ 1827 w 1848"/>
              <a:gd name="T77" fmla="*/ 1655 h 1848"/>
              <a:gd name="T78" fmla="*/ 675 w 1848"/>
              <a:gd name="T79" fmla="*/ 270 h 1848"/>
              <a:gd name="T80" fmla="*/ 389 w 1848"/>
              <a:gd name="T81" fmla="*/ 389 h 1848"/>
              <a:gd name="T82" fmla="*/ 270 w 1848"/>
              <a:gd name="T83" fmla="*/ 675 h 1848"/>
              <a:gd name="T84" fmla="*/ 389 w 1848"/>
              <a:gd name="T85" fmla="*/ 962 h 1848"/>
              <a:gd name="T86" fmla="*/ 675 w 1848"/>
              <a:gd name="T87" fmla="*/ 1080 h 1848"/>
              <a:gd name="T88" fmla="*/ 961 w 1848"/>
              <a:gd name="T89" fmla="*/ 962 h 1848"/>
              <a:gd name="T90" fmla="*/ 961 w 1848"/>
              <a:gd name="T91" fmla="*/ 389 h 1848"/>
              <a:gd name="T92" fmla="*/ 675 w 1848"/>
              <a:gd name="T93" fmla="*/ 270 h 1848"/>
              <a:gd name="T94" fmla="*/ 675 w 1848"/>
              <a:gd name="T95" fmla="*/ 1164 h 1848"/>
              <a:gd name="T96" fmla="*/ 329 w 1848"/>
              <a:gd name="T97" fmla="*/ 1021 h 1848"/>
              <a:gd name="T98" fmla="*/ 186 w 1848"/>
              <a:gd name="T99" fmla="*/ 675 h 1848"/>
              <a:gd name="T100" fmla="*/ 329 w 1848"/>
              <a:gd name="T101" fmla="*/ 330 h 1848"/>
              <a:gd name="T102" fmla="*/ 675 w 1848"/>
              <a:gd name="T103" fmla="*/ 187 h 1848"/>
              <a:gd name="T104" fmla="*/ 1021 w 1848"/>
              <a:gd name="T105" fmla="*/ 330 h 1848"/>
              <a:gd name="T106" fmla="*/ 1021 w 1848"/>
              <a:gd name="T107" fmla="*/ 1021 h 1848"/>
              <a:gd name="T108" fmla="*/ 675 w 1848"/>
              <a:gd name="T109" fmla="*/ 1164 h 18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848" h="1848">
                <a:moveTo>
                  <a:pt x="675" y="126"/>
                </a:moveTo>
                <a:cubicBezTo>
                  <a:pt x="528" y="126"/>
                  <a:pt x="390" y="183"/>
                  <a:pt x="286" y="287"/>
                </a:cubicBezTo>
                <a:cubicBezTo>
                  <a:pt x="183" y="391"/>
                  <a:pt x="126" y="529"/>
                  <a:pt x="126" y="675"/>
                </a:cubicBezTo>
                <a:cubicBezTo>
                  <a:pt x="126" y="822"/>
                  <a:pt x="183" y="960"/>
                  <a:pt x="286" y="1064"/>
                </a:cubicBezTo>
                <a:cubicBezTo>
                  <a:pt x="390" y="1168"/>
                  <a:pt x="528" y="1225"/>
                  <a:pt x="675" y="1225"/>
                </a:cubicBezTo>
                <a:cubicBezTo>
                  <a:pt x="822" y="1225"/>
                  <a:pt x="960" y="1168"/>
                  <a:pt x="1063" y="1064"/>
                </a:cubicBezTo>
                <a:cubicBezTo>
                  <a:pt x="1278" y="850"/>
                  <a:pt x="1278" y="501"/>
                  <a:pt x="1063" y="287"/>
                </a:cubicBezTo>
                <a:cubicBezTo>
                  <a:pt x="960" y="183"/>
                  <a:pt x="822" y="126"/>
                  <a:pt x="675" y="126"/>
                </a:cubicBezTo>
                <a:close/>
                <a:moveTo>
                  <a:pt x="675" y="1350"/>
                </a:moveTo>
                <a:cubicBezTo>
                  <a:pt x="495" y="1350"/>
                  <a:pt x="325" y="1280"/>
                  <a:pt x="198" y="1153"/>
                </a:cubicBezTo>
                <a:cubicBezTo>
                  <a:pt x="70" y="1025"/>
                  <a:pt x="0" y="856"/>
                  <a:pt x="0" y="675"/>
                </a:cubicBezTo>
                <a:cubicBezTo>
                  <a:pt x="0" y="495"/>
                  <a:pt x="70" y="326"/>
                  <a:pt x="198" y="198"/>
                </a:cubicBezTo>
                <a:cubicBezTo>
                  <a:pt x="325" y="71"/>
                  <a:pt x="495" y="0"/>
                  <a:pt x="675" y="0"/>
                </a:cubicBezTo>
                <a:cubicBezTo>
                  <a:pt x="855" y="0"/>
                  <a:pt x="1025" y="71"/>
                  <a:pt x="1152" y="198"/>
                </a:cubicBezTo>
                <a:cubicBezTo>
                  <a:pt x="1415" y="461"/>
                  <a:pt x="1415" y="889"/>
                  <a:pt x="1152" y="1153"/>
                </a:cubicBezTo>
                <a:cubicBezTo>
                  <a:pt x="1025" y="1280"/>
                  <a:pt x="855" y="1350"/>
                  <a:pt x="675" y="1350"/>
                </a:cubicBezTo>
                <a:close/>
                <a:moveTo>
                  <a:pt x="1261" y="1068"/>
                </a:moveTo>
                <a:cubicBezTo>
                  <a:pt x="1284" y="1091"/>
                  <a:pt x="1284" y="1130"/>
                  <a:pt x="1261" y="1153"/>
                </a:cubicBezTo>
                <a:lnTo>
                  <a:pt x="1153" y="1261"/>
                </a:lnTo>
                <a:cubicBezTo>
                  <a:pt x="1129" y="1285"/>
                  <a:pt x="1091" y="1285"/>
                  <a:pt x="1067" y="1261"/>
                </a:cubicBezTo>
                <a:lnTo>
                  <a:pt x="1063" y="1257"/>
                </a:lnTo>
                <a:cubicBezTo>
                  <a:pt x="1040" y="1234"/>
                  <a:pt x="1040" y="1195"/>
                  <a:pt x="1063" y="1172"/>
                </a:cubicBezTo>
                <a:lnTo>
                  <a:pt x="1171" y="1064"/>
                </a:lnTo>
                <a:cubicBezTo>
                  <a:pt x="1195" y="1040"/>
                  <a:pt x="1233" y="1040"/>
                  <a:pt x="1257" y="1064"/>
                </a:cubicBezTo>
                <a:lnTo>
                  <a:pt x="1261" y="1068"/>
                </a:lnTo>
                <a:close/>
                <a:moveTo>
                  <a:pt x="1401" y="1250"/>
                </a:moveTo>
                <a:cubicBezTo>
                  <a:pt x="1442" y="1292"/>
                  <a:pt x="1442" y="1359"/>
                  <a:pt x="1401" y="1401"/>
                </a:cubicBezTo>
                <a:cubicBezTo>
                  <a:pt x="1359" y="1443"/>
                  <a:pt x="1291" y="1443"/>
                  <a:pt x="1250" y="1401"/>
                </a:cubicBezTo>
                <a:cubicBezTo>
                  <a:pt x="1208" y="1359"/>
                  <a:pt x="1208" y="1292"/>
                  <a:pt x="1250" y="1250"/>
                </a:cubicBezTo>
                <a:cubicBezTo>
                  <a:pt x="1291" y="1208"/>
                  <a:pt x="1359" y="1208"/>
                  <a:pt x="1401" y="1250"/>
                </a:cubicBezTo>
                <a:close/>
                <a:moveTo>
                  <a:pt x="1827" y="1655"/>
                </a:moveTo>
                <a:cubicBezTo>
                  <a:pt x="1848" y="1676"/>
                  <a:pt x="1846" y="1713"/>
                  <a:pt x="1823" y="1736"/>
                </a:cubicBezTo>
                <a:lnTo>
                  <a:pt x="1736" y="1823"/>
                </a:lnTo>
                <a:cubicBezTo>
                  <a:pt x="1713" y="1847"/>
                  <a:pt x="1676" y="1848"/>
                  <a:pt x="1654" y="1827"/>
                </a:cubicBezTo>
                <a:lnTo>
                  <a:pt x="1396" y="1569"/>
                </a:lnTo>
                <a:cubicBezTo>
                  <a:pt x="1375" y="1547"/>
                  <a:pt x="1376" y="1511"/>
                  <a:pt x="1400" y="1487"/>
                </a:cubicBezTo>
                <a:lnTo>
                  <a:pt x="1487" y="1400"/>
                </a:lnTo>
                <a:cubicBezTo>
                  <a:pt x="1510" y="1377"/>
                  <a:pt x="1547" y="1375"/>
                  <a:pt x="1568" y="1396"/>
                </a:cubicBezTo>
                <a:lnTo>
                  <a:pt x="1827" y="1655"/>
                </a:lnTo>
                <a:close/>
                <a:moveTo>
                  <a:pt x="675" y="270"/>
                </a:moveTo>
                <a:cubicBezTo>
                  <a:pt x="567" y="270"/>
                  <a:pt x="465" y="312"/>
                  <a:pt x="389" y="389"/>
                </a:cubicBezTo>
                <a:cubicBezTo>
                  <a:pt x="312" y="465"/>
                  <a:pt x="270" y="567"/>
                  <a:pt x="270" y="675"/>
                </a:cubicBezTo>
                <a:cubicBezTo>
                  <a:pt x="270" y="783"/>
                  <a:pt x="312" y="885"/>
                  <a:pt x="389" y="962"/>
                </a:cubicBezTo>
                <a:cubicBezTo>
                  <a:pt x="465" y="1038"/>
                  <a:pt x="567" y="1080"/>
                  <a:pt x="675" y="1080"/>
                </a:cubicBezTo>
                <a:cubicBezTo>
                  <a:pt x="783" y="1080"/>
                  <a:pt x="885" y="1038"/>
                  <a:pt x="961" y="962"/>
                </a:cubicBezTo>
                <a:cubicBezTo>
                  <a:pt x="1119" y="804"/>
                  <a:pt x="1119" y="547"/>
                  <a:pt x="961" y="389"/>
                </a:cubicBezTo>
                <a:cubicBezTo>
                  <a:pt x="885" y="312"/>
                  <a:pt x="783" y="270"/>
                  <a:pt x="675" y="270"/>
                </a:cubicBezTo>
                <a:close/>
                <a:moveTo>
                  <a:pt x="675" y="1164"/>
                </a:moveTo>
                <a:cubicBezTo>
                  <a:pt x="544" y="1164"/>
                  <a:pt x="422" y="1113"/>
                  <a:pt x="329" y="1021"/>
                </a:cubicBezTo>
                <a:cubicBezTo>
                  <a:pt x="237" y="929"/>
                  <a:pt x="186" y="806"/>
                  <a:pt x="186" y="675"/>
                </a:cubicBezTo>
                <a:cubicBezTo>
                  <a:pt x="186" y="545"/>
                  <a:pt x="237" y="422"/>
                  <a:pt x="329" y="330"/>
                </a:cubicBezTo>
                <a:cubicBezTo>
                  <a:pt x="422" y="237"/>
                  <a:pt x="544" y="187"/>
                  <a:pt x="675" y="187"/>
                </a:cubicBezTo>
                <a:cubicBezTo>
                  <a:pt x="806" y="187"/>
                  <a:pt x="928" y="237"/>
                  <a:pt x="1021" y="330"/>
                </a:cubicBezTo>
                <a:cubicBezTo>
                  <a:pt x="1211" y="520"/>
                  <a:pt x="1211" y="830"/>
                  <a:pt x="1021" y="1021"/>
                </a:cubicBezTo>
                <a:cubicBezTo>
                  <a:pt x="928" y="1113"/>
                  <a:pt x="806" y="1164"/>
                  <a:pt x="675" y="1164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DB6B9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E7970277-565F-1182-14CD-86DA1E679B73}"/>
              </a:ext>
            </a:extLst>
          </p:cNvPr>
          <p:cNvGrpSpPr/>
          <p:nvPr/>
        </p:nvGrpSpPr>
        <p:grpSpPr>
          <a:xfrm>
            <a:off x="4099812" y="2841974"/>
            <a:ext cx="4146983" cy="720000"/>
            <a:chOff x="5367559" y="2929837"/>
            <a:chExt cx="4146983" cy="720000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507E47CF-21BB-A3F1-87D9-5A23A3B06FCE}"/>
                </a:ext>
              </a:extLst>
            </p:cNvPr>
            <p:cNvSpPr txBox="1"/>
            <p:nvPr/>
          </p:nvSpPr>
          <p:spPr>
            <a:xfrm>
              <a:off x="6086900" y="3003506"/>
              <a:ext cx="342764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3600" b="1" kern="0" dirty="0">
                  <a:solidFill>
                    <a:srgbClr val="17406D"/>
                  </a:solidFill>
                  <a:latin typeface="Calibri" panose="020F0502020204030204"/>
                  <a:ea typeface="微软雅黑" panose="020B0503020204020204" charset="-122"/>
                </a:rPr>
                <a:t>Python</a:t>
              </a:r>
              <a:r>
                <a:rPr lang="zh-CN" altLang="en-US" sz="3600" b="1" kern="0" dirty="0">
                  <a:solidFill>
                    <a:srgbClr val="17406D"/>
                  </a:solidFill>
                  <a:latin typeface="Calibri" panose="020F0502020204030204"/>
                  <a:ea typeface="微软雅黑" panose="020B0503020204020204" charset="-122"/>
                </a:rPr>
                <a:t>下载</a:t>
              </a:r>
              <a:endPara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17406D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endParaRPr>
            </a:p>
          </p:txBody>
        </p:sp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1081C7B4-070B-E933-BBEA-4209B2B58B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duotone>
                <a:srgbClr val="0F6FC6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67559" y="2929837"/>
              <a:ext cx="719341" cy="720000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2980957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00"/>
    </mc:Choice>
    <mc:Fallback xmlns="">
      <p:transition spd="slow" advTm="4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77E7A-BB19-7D37-19EE-C97316F3B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>
            <a:extLst>
              <a:ext uri="{FF2B5EF4-FFF2-40B4-BE49-F238E27FC236}">
                <a16:creationId xmlns:a16="http://schemas.microsoft.com/office/drawing/2014/main" id="{F4526216-8C38-BEE8-3FBE-78E013D8A2A7}"/>
              </a:ext>
            </a:extLst>
          </p:cNvPr>
          <p:cNvSpPr txBox="1"/>
          <p:nvPr/>
        </p:nvSpPr>
        <p:spPr>
          <a:xfrm>
            <a:off x="816899" y="446534"/>
            <a:ext cx="22333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Python</a:t>
            </a:r>
            <a:r>
              <a:rPr lang="zh-CN" altLang="en-US" sz="2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下载及安装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56D1510A-6F8B-B2B4-7F0F-CB9DA0D3654F}"/>
              </a:ext>
            </a:extLst>
          </p:cNvPr>
          <p:cNvSpPr txBox="1"/>
          <p:nvPr/>
        </p:nvSpPr>
        <p:spPr>
          <a:xfrm>
            <a:off x="373082" y="477989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+mn-lt"/>
              </a:rPr>
              <a:t>3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Arial" panose="020B0604020202020204" pitchFamily="34" charset="0"/>
              <a:sym typeface="+mn-lt"/>
            </a:endParaRPr>
          </a:p>
        </p:txBody>
      </p: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27AD218C-79C3-CAE5-A99A-51D7613D1B87}"/>
              </a:ext>
            </a:extLst>
          </p:cNvPr>
          <p:cNvCxnSpPr>
            <a:cxnSpLocks/>
          </p:cNvCxnSpPr>
          <p:nvPr/>
        </p:nvCxnSpPr>
        <p:spPr>
          <a:xfrm flipV="1">
            <a:off x="821975" y="497561"/>
            <a:ext cx="0" cy="330188"/>
          </a:xfrm>
          <a:prstGeom prst="line">
            <a:avLst/>
          </a:prstGeom>
          <a:noFill/>
          <a:ln w="28575" cap="rnd" cmpd="sng" algn="ctr">
            <a:solidFill>
              <a:srgbClr val="01479D"/>
            </a:solidFill>
            <a:prstDash val="solid"/>
            <a:round/>
          </a:ln>
          <a:effectLst/>
        </p:spPr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420E34C1-F21B-33CD-5CA9-AB66508AE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8874" y="1999204"/>
            <a:ext cx="6319546" cy="339305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E4C0D1E-F51D-7CEA-F7D8-D5F3A0CEE580}"/>
              </a:ext>
            </a:extLst>
          </p:cNvPr>
          <p:cNvSpPr txBox="1"/>
          <p:nvPr/>
        </p:nvSpPr>
        <p:spPr>
          <a:xfrm>
            <a:off x="1337059" y="1299482"/>
            <a:ext cx="97355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进入官网地址：</a:t>
            </a:r>
            <a:r>
              <a:rPr lang="en-US" altLang="zh-CN" dirty="0"/>
              <a:t>https://www.python.org/downloads/</a:t>
            </a:r>
            <a:r>
              <a:rPr lang="zh-CN" altLang="en-US" dirty="0"/>
              <a:t>，点击</a:t>
            </a:r>
            <a:r>
              <a:rPr lang="en-US" altLang="zh-CN" dirty="0"/>
              <a:t>Download </a:t>
            </a:r>
            <a:r>
              <a:rPr lang="zh-CN" altLang="en-US" dirty="0"/>
              <a:t>按钮下载</a:t>
            </a:r>
            <a:r>
              <a:rPr lang="en-US" altLang="zh-CN" dirty="0"/>
              <a:t>python</a:t>
            </a:r>
            <a:r>
              <a:rPr lang="zh-CN" altLang="en-US" dirty="0"/>
              <a:t>解释器</a:t>
            </a:r>
          </a:p>
        </p:txBody>
      </p:sp>
    </p:spTree>
    <p:extLst>
      <p:ext uri="{BB962C8B-B14F-4D97-AF65-F5344CB8AC3E}">
        <p14:creationId xmlns:p14="http://schemas.microsoft.com/office/powerpoint/2010/main" val="259734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28D19-5F71-941C-2978-316D13519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>
            <a:extLst>
              <a:ext uri="{FF2B5EF4-FFF2-40B4-BE49-F238E27FC236}">
                <a16:creationId xmlns:a16="http://schemas.microsoft.com/office/drawing/2014/main" id="{73531310-27DA-4C09-EF8C-FC39C6685347}"/>
              </a:ext>
            </a:extLst>
          </p:cNvPr>
          <p:cNvSpPr txBox="1"/>
          <p:nvPr/>
        </p:nvSpPr>
        <p:spPr>
          <a:xfrm>
            <a:off x="816899" y="446534"/>
            <a:ext cx="22333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Python</a:t>
            </a:r>
            <a:r>
              <a:rPr lang="zh-CN" altLang="en-US" sz="2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下载及安装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87813A58-0270-16D5-379C-C6D56F4AC6DB}"/>
              </a:ext>
            </a:extLst>
          </p:cNvPr>
          <p:cNvSpPr txBox="1"/>
          <p:nvPr/>
        </p:nvSpPr>
        <p:spPr>
          <a:xfrm>
            <a:off x="373082" y="477989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+mn-lt"/>
              </a:rPr>
              <a:t>3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Arial" panose="020B0604020202020204" pitchFamily="34" charset="0"/>
              <a:sym typeface="+mn-lt"/>
            </a:endParaRPr>
          </a:p>
        </p:txBody>
      </p: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4DBA0C50-38C9-E6DC-2223-7B7D4EB4BC4F}"/>
              </a:ext>
            </a:extLst>
          </p:cNvPr>
          <p:cNvCxnSpPr>
            <a:cxnSpLocks/>
          </p:cNvCxnSpPr>
          <p:nvPr/>
        </p:nvCxnSpPr>
        <p:spPr>
          <a:xfrm flipV="1">
            <a:off x="821975" y="497561"/>
            <a:ext cx="0" cy="330188"/>
          </a:xfrm>
          <a:prstGeom prst="line">
            <a:avLst/>
          </a:prstGeom>
          <a:noFill/>
          <a:ln w="28575" cap="rnd" cmpd="sng" algn="ctr">
            <a:solidFill>
              <a:srgbClr val="01479D"/>
            </a:solidFill>
            <a:prstDash val="solid"/>
            <a:round/>
          </a:ln>
          <a:effectLst/>
        </p:spPr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1613567A-5336-0C02-8223-6F9362B8E9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3551" y="1597890"/>
            <a:ext cx="7336044" cy="449628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08CB073-7FD3-4CB5-54FE-1BC59FB9D873}"/>
              </a:ext>
            </a:extLst>
          </p:cNvPr>
          <p:cNvSpPr txBox="1"/>
          <p:nvPr/>
        </p:nvSpPr>
        <p:spPr>
          <a:xfrm>
            <a:off x="2262909" y="122855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勾选</a:t>
            </a:r>
            <a:r>
              <a:rPr lang="en-US" altLang="zh-CN" dirty="0"/>
              <a:t>Add python.exe to PATH </a:t>
            </a:r>
            <a:r>
              <a:rPr lang="zh-CN" altLang="en-US" dirty="0"/>
              <a:t>及选择自定义按钮</a:t>
            </a:r>
          </a:p>
        </p:txBody>
      </p:sp>
    </p:spTree>
    <p:extLst>
      <p:ext uri="{BB962C8B-B14F-4D97-AF65-F5344CB8AC3E}">
        <p14:creationId xmlns:p14="http://schemas.microsoft.com/office/powerpoint/2010/main" val="319721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2BE67-C449-EE95-453D-2FAD219FF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>
            <a:extLst>
              <a:ext uri="{FF2B5EF4-FFF2-40B4-BE49-F238E27FC236}">
                <a16:creationId xmlns:a16="http://schemas.microsoft.com/office/drawing/2014/main" id="{6EF0F51A-3C22-4781-912F-8FA91C8B8E20}"/>
              </a:ext>
            </a:extLst>
          </p:cNvPr>
          <p:cNvSpPr txBox="1"/>
          <p:nvPr/>
        </p:nvSpPr>
        <p:spPr>
          <a:xfrm>
            <a:off x="816899" y="446534"/>
            <a:ext cx="22333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Python</a:t>
            </a:r>
            <a:r>
              <a:rPr lang="zh-CN" altLang="en-US" sz="2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下载及安装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99D782D2-36E6-59A7-2A9E-3B57654588EB}"/>
              </a:ext>
            </a:extLst>
          </p:cNvPr>
          <p:cNvSpPr txBox="1"/>
          <p:nvPr/>
        </p:nvSpPr>
        <p:spPr>
          <a:xfrm>
            <a:off x="373082" y="477989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+mn-lt"/>
              </a:rPr>
              <a:t>3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Arial" panose="020B0604020202020204" pitchFamily="34" charset="0"/>
              <a:sym typeface="+mn-lt"/>
            </a:endParaRPr>
          </a:p>
        </p:txBody>
      </p: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38275E5B-8136-817A-BF5C-90B5608B3A39}"/>
              </a:ext>
            </a:extLst>
          </p:cNvPr>
          <p:cNvCxnSpPr>
            <a:cxnSpLocks/>
          </p:cNvCxnSpPr>
          <p:nvPr/>
        </p:nvCxnSpPr>
        <p:spPr>
          <a:xfrm flipV="1">
            <a:off x="821975" y="497561"/>
            <a:ext cx="0" cy="330188"/>
          </a:xfrm>
          <a:prstGeom prst="line">
            <a:avLst/>
          </a:prstGeom>
          <a:noFill/>
          <a:ln w="28575" cap="rnd" cmpd="sng" algn="ctr">
            <a:solidFill>
              <a:srgbClr val="01479D"/>
            </a:solidFill>
            <a:prstDash val="solid"/>
            <a:round/>
          </a:ln>
          <a:effectLst/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C8FE2B1A-992E-76E3-80BA-8D34BE502507}"/>
              </a:ext>
            </a:extLst>
          </p:cNvPr>
          <p:cNvSpPr/>
          <p:nvPr/>
        </p:nvSpPr>
        <p:spPr>
          <a:xfrm>
            <a:off x="7869382" y="5463308"/>
            <a:ext cx="1211539" cy="3591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5349349-DC6B-D4CC-BE35-D291104F90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908" y="1824575"/>
            <a:ext cx="5364589" cy="30919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B523C60-1FE9-36E5-F97D-E3BBDEB19F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772" y="1824575"/>
            <a:ext cx="5302310" cy="309196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DA075E6C-77B7-0758-2C37-77A391E177E3}"/>
              </a:ext>
            </a:extLst>
          </p:cNvPr>
          <p:cNvSpPr txBox="1"/>
          <p:nvPr/>
        </p:nvSpPr>
        <p:spPr>
          <a:xfrm>
            <a:off x="1933551" y="13665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保持默认设置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B3A5BB4-2EF2-87DF-FF9A-BA9E5B90741B}"/>
              </a:ext>
            </a:extLst>
          </p:cNvPr>
          <p:cNvSpPr txBox="1"/>
          <p:nvPr/>
        </p:nvSpPr>
        <p:spPr>
          <a:xfrm>
            <a:off x="8001486" y="1366525"/>
            <a:ext cx="31874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修改安装路径（记住此路径）</a:t>
            </a:r>
          </a:p>
        </p:txBody>
      </p:sp>
    </p:spTree>
    <p:extLst>
      <p:ext uri="{BB962C8B-B14F-4D97-AF65-F5344CB8AC3E}">
        <p14:creationId xmlns:p14="http://schemas.microsoft.com/office/powerpoint/2010/main" val="1219925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99049-ECB4-F012-4A4C-C95563F5A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">
            <a:extLst>
              <a:ext uri="{FF2B5EF4-FFF2-40B4-BE49-F238E27FC236}">
                <a16:creationId xmlns:a16="http://schemas.microsoft.com/office/drawing/2014/main" id="{2F54329C-9EA9-BA59-4964-301128CF4E6B}"/>
              </a:ext>
            </a:extLst>
          </p:cNvPr>
          <p:cNvSpPr>
            <a:spLocks noEditPoints="1"/>
          </p:cNvSpPr>
          <p:nvPr/>
        </p:nvSpPr>
        <p:spPr bwMode="auto">
          <a:xfrm>
            <a:off x="1592985" y="2949087"/>
            <a:ext cx="1724590" cy="1612868"/>
          </a:xfrm>
          <a:custGeom>
            <a:avLst/>
            <a:gdLst>
              <a:gd name="T0" fmla="*/ 675 w 1848"/>
              <a:gd name="T1" fmla="*/ 126 h 1848"/>
              <a:gd name="T2" fmla="*/ 286 w 1848"/>
              <a:gd name="T3" fmla="*/ 287 h 1848"/>
              <a:gd name="T4" fmla="*/ 126 w 1848"/>
              <a:gd name="T5" fmla="*/ 675 h 1848"/>
              <a:gd name="T6" fmla="*/ 286 w 1848"/>
              <a:gd name="T7" fmla="*/ 1064 h 1848"/>
              <a:gd name="T8" fmla="*/ 675 w 1848"/>
              <a:gd name="T9" fmla="*/ 1225 h 1848"/>
              <a:gd name="T10" fmla="*/ 1063 w 1848"/>
              <a:gd name="T11" fmla="*/ 1064 h 1848"/>
              <a:gd name="T12" fmla="*/ 1063 w 1848"/>
              <a:gd name="T13" fmla="*/ 287 h 1848"/>
              <a:gd name="T14" fmla="*/ 675 w 1848"/>
              <a:gd name="T15" fmla="*/ 126 h 1848"/>
              <a:gd name="T16" fmla="*/ 675 w 1848"/>
              <a:gd name="T17" fmla="*/ 1350 h 1848"/>
              <a:gd name="T18" fmla="*/ 198 w 1848"/>
              <a:gd name="T19" fmla="*/ 1153 h 1848"/>
              <a:gd name="T20" fmla="*/ 0 w 1848"/>
              <a:gd name="T21" fmla="*/ 675 h 1848"/>
              <a:gd name="T22" fmla="*/ 198 w 1848"/>
              <a:gd name="T23" fmla="*/ 198 h 1848"/>
              <a:gd name="T24" fmla="*/ 675 w 1848"/>
              <a:gd name="T25" fmla="*/ 0 h 1848"/>
              <a:gd name="T26" fmla="*/ 1152 w 1848"/>
              <a:gd name="T27" fmla="*/ 198 h 1848"/>
              <a:gd name="T28" fmla="*/ 1152 w 1848"/>
              <a:gd name="T29" fmla="*/ 1153 h 1848"/>
              <a:gd name="T30" fmla="*/ 675 w 1848"/>
              <a:gd name="T31" fmla="*/ 1350 h 1848"/>
              <a:gd name="T32" fmla="*/ 1261 w 1848"/>
              <a:gd name="T33" fmla="*/ 1068 h 1848"/>
              <a:gd name="T34" fmla="*/ 1261 w 1848"/>
              <a:gd name="T35" fmla="*/ 1153 h 1848"/>
              <a:gd name="T36" fmla="*/ 1153 w 1848"/>
              <a:gd name="T37" fmla="*/ 1261 h 1848"/>
              <a:gd name="T38" fmla="*/ 1067 w 1848"/>
              <a:gd name="T39" fmla="*/ 1261 h 1848"/>
              <a:gd name="T40" fmla="*/ 1063 w 1848"/>
              <a:gd name="T41" fmla="*/ 1257 h 1848"/>
              <a:gd name="T42" fmla="*/ 1063 w 1848"/>
              <a:gd name="T43" fmla="*/ 1172 h 1848"/>
              <a:gd name="T44" fmla="*/ 1171 w 1848"/>
              <a:gd name="T45" fmla="*/ 1064 h 1848"/>
              <a:gd name="T46" fmla="*/ 1257 w 1848"/>
              <a:gd name="T47" fmla="*/ 1064 h 1848"/>
              <a:gd name="T48" fmla="*/ 1261 w 1848"/>
              <a:gd name="T49" fmla="*/ 1068 h 1848"/>
              <a:gd name="T50" fmla="*/ 1401 w 1848"/>
              <a:gd name="T51" fmla="*/ 1250 h 1848"/>
              <a:gd name="T52" fmla="*/ 1401 w 1848"/>
              <a:gd name="T53" fmla="*/ 1401 h 1848"/>
              <a:gd name="T54" fmla="*/ 1250 w 1848"/>
              <a:gd name="T55" fmla="*/ 1401 h 1848"/>
              <a:gd name="T56" fmla="*/ 1250 w 1848"/>
              <a:gd name="T57" fmla="*/ 1250 h 1848"/>
              <a:gd name="T58" fmla="*/ 1401 w 1848"/>
              <a:gd name="T59" fmla="*/ 1250 h 1848"/>
              <a:gd name="T60" fmla="*/ 1827 w 1848"/>
              <a:gd name="T61" fmla="*/ 1655 h 1848"/>
              <a:gd name="T62" fmla="*/ 1823 w 1848"/>
              <a:gd name="T63" fmla="*/ 1736 h 1848"/>
              <a:gd name="T64" fmla="*/ 1736 w 1848"/>
              <a:gd name="T65" fmla="*/ 1823 h 1848"/>
              <a:gd name="T66" fmla="*/ 1654 w 1848"/>
              <a:gd name="T67" fmla="*/ 1827 h 1848"/>
              <a:gd name="T68" fmla="*/ 1396 w 1848"/>
              <a:gd name="T69" fmla="*/ 1569 h 1848"/>
              <a:gd name="T70" fmla="*/ 1400 w 1848"/>
              <a:gd name="T71" fmla="*/ 1487 h 1848"/>
              <a:gd name="T72" fmla="*/ 1487 w 1848"/>
              <a:gd name="T73" fmla="*/ 1400 h 1848"/>
              <a:gd name="T74" fmla="*/ 1568 w 1848"/>
              <a:gd name="T75" fmla="*/ 1396 h 1848"/>
              <a:gd name="T76" fmla="*/ 1827 w 1848"/>
              <a:gd name="T77" fmla="*/ 1655 h 1848"/>
              <a:gd name="T78" fmla="*/ 675 w 1848"/>
              <a:gd name="T79" fmla="*/ 270 h 1848"/>
              <a:gd name="T80" fmla="*/ 389 w 1848"/>
              <a:gd name="T81" fmla="*/ 389 h 1848"/>
              <a:gd name="T82" fmla="*/ 270 w 1848"/>
              <a:gd name="T83" fmla="*/ 675 h 1848"/>
              <a:gd name="T84" fmla="*/ 389 w 1848"/>
              <a:gd name="T85" fmla="*/ 962 h 1848"/>
              <a:gd name="T86" fmla="*/ 675 w 1848"/>
              <a:gd name="T87" fmla="*/ 1080 h 1848"/>
              <a:gd name="T88" fmla="*/ 961 w 1848"/>
              <a:gd name="T89" fmla="*/ 962 h 1848"/>
              <a:gd name="T90" fmla="*/ 961 w 1848"/>
              <a:gd name="T91" fmla="*/ 389 h 1848"/>
              <a:gd name="T92" fmla="*/ 675 w 1848"/>
              <a:gd name="T93" fmla="*/ 270 h 1848"/>
              <a:gd name="T94" fmla="*/ 675 w 1848"/>
              <a:gd name="T95" fmla="*/ 1164 h 1848"/>
              <a:gd name="T96" fmla="*/ 329 w 1848"/>
              <a:gd name="T97" fmla="*/ 1021 h 1848"/>
              <a:gd name="T98" fmla="*/ 186 w 1848"/>
              <a:gd name="T99" fmla="*/ 675 h 1848"/>
              <a:gd name="T100" fmla="*/ 329 w 1848"/>
              <a:gd name="T101" fmla="*/ 330 h 1848"/>
              <a:gd name="T102" fmla="*/ 675 w 1848"/>
              <a:gd name="T103" fmla="*/ 187 h 1848"/>
              <a:gd name="T104" fmla="*/ 1021 w 1848"/>
              <a:gd name="T105" fmla="*/ 330 h 1848"/>
              <a:gd name="T106" fmla="*/ 1021 w 1848"/>
              <a:gd name="T107" fmla="*/ 1021 h 1848"/>
              <a:gd name="T108" fmla="*/ 675 w 1848"/>
              <a:gd name="T109" fmla="*/ 1164 h 18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848" h="1848">
                <a:moveTo>
                  <a:pt x="675" y="126"/>
                </a:moveTo>
                <a:cubicBezTo>
                  <a:pt x="528" y="126"/>
                  <a:pt x="390" y="183"/>
                  <a:pt x="286" y="287"/>
                </a:cubicBezTo>
                <a:cubicBezTo>
                  <a:pt x="183" y="391"/>
                  <a:pt x="126" y="529"/>
                  <a:pt x="126" y="675"/>
                </a:cubicBezTo>
                <a:cubicBezTo>
                  <a:pt x="126" y="822"/>
                  <a:pt x="183" y="960"/>
                  <a:pt x="286" y="1064"/>
                </a:cubicBezTo>
                <a:cubicBezTo>
                  <a:pt x="390" y="1168"/>
                  <a:pt x="528" y="1225"/>
                  <a:pt x="675" y="1225"/>
                </a:cubicBezTo>
                <a:cubicBezTo>
                  <a:pt x="822" y="1225"/>
                  <a:pt x="960" y="1168"/>
                  <a:pt x="1063" y="1064"/>
                </a:cubicBezTo>
                <a:cubicBezTo>
                  <a:pt x="1278" y="850"/>
                  <a:pt x="1278" y="501"/>
                  <a:pt x="1063" y="287"/>
                </a:cubicBezTo>
                <a:cubicBezTo>
                  <a:pt x="960" y="183"/>
                  <a:pt x="822" y="126"/>
                  <a:pt x="675" y="126"/>
                </a:cubicBezTo>
                <a:close/>
                <a:moveTo>
                  <a:pt x="675" y="1350"/>
                </a:moveTo>
                <a:cubicBezTo>
                  <a:pt x="495" y="1350"/>
                  <a:pt x="325" y="1280"/>
                  <a:pt x="198" y="1153"/>
                </a:cubicBezTo>
                <a:cubicBezTo>
                  <a:pt x="70" y="1025"/>
                  <a:pt x="0" y="856"/>
                  <a:pt x="0" y="675"/>
                </a:cubicBezTo>
                <a:cubicBezTo>
                  <a:pt x="0" y="495"/>
                  <a:pt x="70" y="326"/>
                  <a:pt x="198" y="198"/>
                </a:cubicBezTo>
                <a:cubicBezTo>
                  <a:pt x="325" y="71"/>
                  <a:pt x="495" y="0"/>
                  <a:pt x="675" y="0"/>
                </a:cubicBezTo>
                <a:cubicBezTo>
                  <a:pt x="855" y="0"/>
                  <a:pt x="1025" y="71"/>
                  <a:pt x="1152" y="198"/>
                </a:cubicBezTo>
                <a:cubicBezTo>
                  <a:pt x="1415" y="461"/>
                  <a:pt x="1415" y="889"/>
                  <a:pt x="1152" y="1153"/>
                </a:cubicBezTo>
                <a:cubicBezTo>
                  <a:pt x="1025" y="1280"/>
                  <a:pt x="855" y="1350"/>
                  <a:pt x="675" y="1350"/>
                </a:cubicBezTo>
                <a:close/>
                <a:moveTo>
                  <a:pt x="1261" y="1068"/>
                </a:moveTo>
                <a:cubicBezTo>
                  <a:pt x="1284" y="1091"/>
                  <a:pt x="1284" y="1130"/>
                  <a:pt x="1261" y="1153"/>
                </a:cubicBezTo>
                <a:lnTo>
                  <a:pt x="1153" y="1261"/>
                </a:lnTo>
                <a:cubicBezTo>
                  <a:pt x="1129" y="1285"/>
                  <a:pt x="1091" y="1285"/>
                  <a:pt x="1067" y="1261"/>
                </a:cubicBezTo>
                <a:lnTo>
                  <a:pt x="1063" y="1257"/>
                </a:lnTo>
                <a:cubicBezTo>
                  <a:pt x="1040" y="1234"/>
                  <a:pt x="1040" y="1195"/>
                  <a:pt x="1063" y="1172"/>
                </a:cubicBezTo>
                <a:lnTo>
                  <a:pt x="1171" y="1064"/>
                </a:lnTo>
                <a:cubicBezTo>
                  <a:pt x="1195" y="1040"/>
                  <a:pt x="1233" y="1040"/>
                  <a:pt x="1257" y="1064"/>
                </a:cubicBezTo>
                <a:lnTo>
                  <a:pt x="1261" y="1068"/>
                </a:lnTo>
                <a:close/>
                <a:moveTo>
                  <a:pt x="1401" y="1250"/>
                </a:moveTo>
                <a:cubicBezTo>
                  <a:pt x="1442" y="1292"/>
                  <a:pt x="1442" y="1359"/>
                  <a:pt x="1401" y="1401"/>
                </a:cubicBezTo>
                <a:cubicBezTo>
                  <a:pt x="1359" y="1443"/>
                  <a:pt x="1291" y="1443"/>
                  <a:pt x="1250" y="1401"/>
                </a:cubicBezTo>
                <a:cubicBezTo>
                  <a:pt x="1208" y="1359"/>
                  <a:pt x="1208" y="1292"/>
                  <a:pt x="1250" y="1250"/>
                </a:cubicBezTo>
                <a:cubicBezTo>
                  <a:pt x="1291" y="1208"/>
                  <a:pt x="1359" y="1208"/>
                  <a:pt x="1401" y="1250"/>
                </a:cubicBezTo>
                <a:close/>
                <a:moveTo>
                  <a:pt x="1827" y="1655"/>
                </a:moveTo>
                <a:cubicBezTo>
                  <a:pt x="1848" y="1676"/>
                  <a:pt x="1846" y="1713"/>
                  <a:pt x="1823" y="1736"/>
                </a:cubicBezTo>
                <a:lnTo>
                  <a:pt x="1736" y="1823"/>
                </a:lnTo>
                <a:cubicBezTo>
                  <a:pt x="1713" y="1847"/>
                  <a:pt x="1676" y="1848"/>
                  <a:pt x="1654" y="1827"/>
                </a:cubicBezTo>
                <a:lnTo>
                  <a:pt x="1396" y="1569"/>
                </a:lnTo>
                <a:cubicBezTo>
                  <a:pt x="1375" y="1547"/>
                  <a:pt x="1376" y="1511"/>
                  <a:pt x="1400" y="1487"/>
                </a:cubicBezTo>
                <a:lnTo>
                  <a:pt x="1487" y="1400"/>
                </a:lnTo>
                <a:cubicBezTo>
                  <a:pt x="1510" y="1377"/>
                  <a:pt x="1547" y="1375"/>
                  <a:pt x="1568" y="1396"/>
                </a:cubicBezTo>
                <a:lnTo>
                  <a:pt x="1827" y="1655"/>
                </a:lnTo>
                <a:close/>
                <a:moveTo>
                  <a:pt x="675" y="270"/>
                </a:moveTo>
                <a:cubicBezTo>
                  <a:pt x="567" y="270"/>
                  <a:pt x="465" y="312"/>
                  <a:pt x="389" y="389"/>
                </a:cubicBezTo>
                <a:cubicBezTo>
                  <a:pt x="312" y="465"/>
                  <a:pt x="270" y="567"/>
                  <a:pt x="270" y="675"/>
                </a:cubicBezTo>
                <a:cubicBezTo>
                  <a:pt x="270" y="783"/>
                  <a:pt x="312" y="885"/>
                  <a:pt x="389" y="962"/>
                </a:cubicBezTo>
                <a:cubicBezTo>
                  <a:pt x="465" y="1038"/>
                  <a:pt x="567" y="1080"/>
                  <a:pt x="675" y="1080"/>
                </a:cubicBezTo>
                <a:cubicBezTo>
                  <a:pt x="783" y="1080"/>
                  <a:pt x="885" y="1038"/>
                  <a:pt x="961" y="962"/>
                </a:cubicBezTo>
                <a:cubicBezTo>
                  <a:pt x="1119" y="804"/>
                  <a:pt x="1119" y="547"/>
                  <a:pt x="961" y="389"/>
                </a:cubicBezTo>
                <a:cubicBezTo>
                  <a:pt x="885" y="312"/>
                  <a:pt x="783" y="270"/>
                  <a:pt x="675" y="270"/>
                </a:cubicBezTo>
                <a:close/>
                <a:moveTo>
                  <a:pt x="675" y="1164"/>
                </a:moveTo>
                <a:cubicBezTo>
                  <a:pt x="544" y="1164"/>
                  <a:pt x="422" y="1113"/>
                  <a:pt x="329" y="1021"/>
                </a:cubicBezTo>
                <a:cubicBezTo>
                  <a:pt x="237" y="929"/>
                  <a:pt x="186" y="806"/>
                  <a:pt x="186" y="675"/>
                </a:cubicBezTo>
                <a:cubicBezTo>
                  <a:pt x="186" y="545"/>
                  <a:pt x="237" y="422"/>
                  <a:pt x="329" y="330"/>
                </a:cubicBezTo>
                <a:cubicBezTo>
                  <a:pt x="422" y="237"/>
                  <a:pt x="544" y="187"/>
                  <a:pt x="675" y="187"/>
                </a:cubicBezTo>
                <a:cubicBezTo>
                  <a:pt x="806" y="187"/>
                  <a:pt x="928" y="237"/>
                  <a:pt x="1021" y="330"/>
                </a:cubicBezTo>
                <a:cubicBezTo>
                  <a:pt x="1211" y="520"/>
                  <a:pt x="1211" y="830"/>
                  <a:pt x="1021" y="1021"/>
                </a:cubicBezTo>
                <a:cubicBezTo>
                  <a:pt x="928" y="1113"/>
                  <a:pt x="806" y="1164"/>
                  <a:pt x="675" y="1164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DB6B9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501FD32A-2B92-93CC-F7C0-9DAD2C2AD887}"/>
              </a:ext>
            </a:extLst>
          </p:cNvPr>
          <p:cNvGrpSpPr/>
          <p:nvPr/>
        </p:nvGrpSpPr>
        <p:grpSpPr>
          <a:xfrm>
            <a:off x="4099812" y="2841974"/>
            <a:ext cx="6023243" cy="720000"/>
            <a:chOff x="5367559" y="2929837"/>
            <a:chExt cx="6023243" cy="720000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3E5EAC4E-CB79-7290-3716-811E967F82F9}"/>
                </a:ext>
              </a:extLst>
            </p:cNvPr>
            <p:cNvSpPr txBox="1"/>
            <p:nvPr/>
          </p:nvSpPr>
          <p:spPr>
            <a:xfrm>
              <a:off x="6086899" y="3003506"/>
              <a:ext cx="530390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3600" b="1" kern="0" dirty="0">
                  <a:solidFill>
                    <a:srgbClr val="17406D"/>
                  </a:solidFill>
                  <a:latin typeface="Calibri" panose="020F0502020204030204"/>
                  <a:ea typeface="微软雅黑" panose="020B0503020204020204" charset="-122"/>
                </a:rPr>
                <a:t>PyCharm</a:t>
              </a:r>
              <a:r>
                <a:rPr lang="zh-CN" altLang="en-US" sz="3600" b="1" kern="0" dirty="0">
                  <a:solidFill>
                    <a:srgbClr val="17406D"/>
                  </a:solidFill>
                  <a:latin typeface="Calibri" panose="020F0502020204030204"/>
                  <a:ea typeface="微软雅黑" panose="020B0503020204020204" charset="-122"/>
                </a:rPr>
                <a:t>基本使用</a:t>
              </a:r>
            </a:p>
          </p:txBody>
        </p:sp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DE810888-F870-93A6-9683-A03CEF60C7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duotone>
                <a:srgbClr val="0F6FC6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67559" y="2929837"/>
              <a:ext cx="719341" cy="720000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217489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00"/>
    </mc:Choice>
    <mc:Fallback xmlns="">
      <p:transition spd="slow" advTm="4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672E3-5CC0-EBB5-52ED-188C7DEB9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>
            <a:extLst>
              <a:ext uri="{FF2B5EF4-FFF2-40B4-BE49-F238E27FC236}">
                <a16:creationId xmlns:a16="http://schemas.microsoft.com/office/drawing/2014/main" id="{3744251F-19EC-8E98-1B47-37BB33A522BF}"/>
              </a:ext>
            </a:extLst>
          </p:cNvPr>
          <p:cNvSpPr txBox="1"/>
          <p:nvPr/>
        </p:nvSpPr>
        <p:spPr>
          <a:xfrm>
            <a:off x="816899" y="446534"/>
            <a:ext cx="21435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PyCharm</a:t>
            </a:r>
            <a:r>
              <a:rPr lang="zh-CN" altLang="en-US" sz="2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基本使用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1246780F-6791-CA56-C6E2-B4834258DE48}"/>
              </a:ext>
            </a:extLst>
          </p:cNvPr>
          <p:cNvSpPr txBox="1"/>
          <p:nvPr/>
        </p:nvSpPr>
        <p:spPr>
          <a:xfrm>
            <a:off x="373082" y="477989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+mn-lt"/>
              </a:rPr>
              <a:t>4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Arial" panose="020B0604020202020204" pitchFamily="34" charset="0"/>
              <a:sym typeface="+mn-lt"/>
            </a:endParaRPr>
          </a:p>
        </p:txBody>
      </p: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0B7702EB-1CD8-F087-D2E0-BECD9DCB02F4}"/>
              </a:ext>
            </a:extLst>
          </p:cNvPr>
          <p:cNvCxnSpPr>
            <a:cxnSpLocks/>
          </p:cNvCxnSpPr>
          <p:nvPr/>
        </p:nvCxnSpPr>
        <p:spPr>
          <a:xfrm flipV="1">
            <a:off x="821975" y="497561"/>
            <a:ext cx="0" cy="330188"/>
          </a:xfrm>
          <a:prstGeom prst="line">
            <a:avLst/>
          </a:prstGeom>
          <a:noFill/>
          <a:ln w="28575" cap="rnd" cmpd="sng" algn="ctr">
            <a:solidFill>
              <a:srgbClr val="01479D"/>
            </a:solidFill>
            <a:prstDash val="solid"/>
            <a:round/>
          </a:ln>
          <a:effectLst/>
        </p:spPr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3E0B8BDB-B142-D39A-100A-335B9F7E4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0460" y="1814715"/>
            <a:ext cx="5624135" cy="424434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0FA4707-1925-D59C-85FE-376FFBDE77A6}"/>
              </a:ext>
            </a:extLst>
          </p:cNvPr>
          <p:cNvSpPr txBox="1"/>
          <p:nvPr/>
        </p:nvSpPr>
        <p:spPr>
          <a:xfrm>
            <a:off x="3455987" y="131688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打开</a:t>
            </a:r>
            <a:r>
              <a:rPr lang="en-US" altLang="zh-CN" dirty="0"/>
              <a:t>PyCharm</a:t>
            </a:r>
            <a:r>
              <a:rPr lang="zh-CN" altLang="en-US" dirty="0"/>
              <a:t>，</a:t>
            </a:r>
            <a:r>
              <a:rPr lang="zh-CN" altLang="zh-CN" dirty="0"/>
              <a:t>创建一个工程</a:t>
            </a:r>
          </a:p>
        </p:txBody>
      </p:sp>
    </p:spTree>
    <p:extLst>
      <p:ext uri="{BB962C8B-B14F-4D97-AF65-F5344CB8AC3E}">
        <p14:creationId xmlns:p14="http://schemas.microsoft.com/office/powerpoint/2010/main" val="1250970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917F8-79A9-FF3D-909E-17B4DBBE4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>
            <a:extLst>
              <a:ext uri="{FF2B5EF4-FFF2-40B4-BE49-F238E27FC236}">
                <a16:creationId xmlns:a16="http://schemas.microsoft.com/office/drawing/2014/main" id="{17676BDF-EC00-E99A-A317-584F8BC1E70E}"/>
              </a:ext>
            </a:extLst>
          </p:cNvPr>
          <p:cNvSpPr txBox="1"/>
          <p:nvPr/>
        </p:nvSpPr>
        <p:spPr>
          <a:xfrm>
            <a:off x="816899" y="446534"/>
            <a:ext cx="21435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PyCharm</a:t>
            </a:r>
            <a:r>
              <a:rPr lang="zh-CN" altLang="en-US" sz="2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基本使用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25CEAE84-07A9-A059-998C-71379CC40817}"/>
              </a:ext>
            </a:extLst>
          </p:cNvPr>
          <p:cNvSpPr txBox="1"/>
          <p:nvPr/>
        </p:nvSpPr>
        <p:spPr>
          <a:xfrm>
            <a:off x="373082" y="477989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+mn-lt"/>
              </a:rPr>
              <a:t>4</a:t>
            </a:r>
          </a:p>
        </p:txBody>
      </p: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F6CAE6BC-C28E-7C43-277C-31D08CFAAEC8}"/>
              </a:ext>
            </a:extLst>
          </p:cNvPr>
          <p:cNvCxnSpPr>
            <a:cxnSpLocks/>
          </p:cNvCxnSpPr>
          <p:nvPr/>
        </p:nvCxnSpPr>
        <p:spPr>
          <a:xfrm flipV="1">
            <a:off x="821975" y="497561"/>
            <a:ext cx="0" cy="330188"/>
          </a:xfrm>
          <a:prstGeom prst="line">
            <a:avLst/>
          </a:prstGeom>
          <a:noFill/>
          <a:ln w="28575" cap="rnd" cmpd="sng" algn="ctr">
            <a:solidFill>
              <a:srgbClr val="01479D"/>
            </a:solidFill>
            <a:prstDash val="solid"/>
            <a:round/>
          </a:ln>
          <a:effectLst/>
        </p:spPr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077C481C-DEAC-DEC1-70CA-BBACFAEC6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082" y="1961912"/>
            <a:ext cx="4648011" cy="350715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2AA5B31-EAAD-ED92-4870-085393E589E1}"/>
              </a:ext>
            </a:extLst>
          </p:cNvPr>
          <p:cNvSpPr txBox="1"/>
          <p:nvPr/>
        </p:nvSpPr>
        <p:spPr>
          <a:xfrm>
            <a:off x="-350982" y="15056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指定工程路径以及选择</a:t>
            </a:r>
            <a:r>
              <a:rPr lang="en-US" altLang="zh-CN" dirty="0"/>
              <a:t>Python</a:t>
            </a:r>
            <a:r>
              <a:rPr lang="zh-CN" altLang="en-US" dirty="0"/>
              <a:t>解释器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4C793BD-3610-1BED-804A-B327212B00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9865" y="1939677"/>
            <a:ext cx="5200073" cy="352938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DDBE8A4-290E-2E49-078C-D3D5CA357D5A}"/>
              </a:ext>
            </a:extLst>
          </p:cNvPr>
          <p:cNvSpPr txBox="1"/>
          <p:nvPr/>
        </p:nvSpPr>
        <p:spPr>
          <a:xfrm>
            <a:off x="8229601" y="1505650"/>
            <a:ext cx="21681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配置</a:t>
            </a:r>
            <a:r>
              <a:rPr lang="en-US" altLang="zh-CN" dirty="0"/>
              <a:t>Python</a:t>
            </a:r>
            <a:r>
              <a:rPr lang="zh-CN" altLang="en-US" dirty="0"/>
              <a:t>解释器</a:t>
            </a:r>
          </a:p>
        </p:txBody>
      </p:sp>
    </p:spTree>
    <p:extLst>
      <p:ext uri="{BB962C8B-B14F-4D97-AF65-F5344CB8AC3E}">
        <p14:creationId xmlns:p14="http://schemas.microsoft.com/office/powerpoint/2010/main" val="3303061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597B3-B128-600A-E310-3289F6AA9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>
            <a:extLst>
              <a:ext uri="{FF2B5EF4-FFF2-40B4-BE49-F238E27FC236}">
                <a16:creationId xmlns:a16="http://schemas.microsoft.com/office/drawing/2014/main" id="{6A28D0A4-0068-DC03-A290-D47DE022188D}"/>
              </a:ext>
            </a:extLst>
          </p:cNvPr>
          <p:cNvSpPr txBox="1"/>
          <p:nvPr/>
        </p:nvSpPr>
        <p:spPr>
          <a:xfrm>
            <a:off x="816899" y="446534"/>
            <a:ext cx="21435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PyCharm</a:t>
            </a:r>
            <a:r>
              <a:rPr lang="zh-CN" altLang="en-US" sz="2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基本使用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2A3AA9D9-3D3C-66EB-94E2-7DCDEF7297AB}"/>
              </a:ext>
            </a:extLst>
          </p:cNvPr>
          <p:cNvSpPr txBox="1"/>
          <p:nvPr/>
        </p:nvSpPr>
        <p:spPr>
          <a:xfrm>
            <a:off x="373082" y="477989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+mn-lt"/>
              </a:rPr>
              <a:t>4</a:t>
            </a:r>
          </a:p>
        </p:txBody>
      </p: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A01580EB-4184-919B-BCFC-577F466BA65E}"/>
              </a:ext>
            </a:extLst>
          </p:cNvPr>
          <p:cNvCxnSpPr>
            <a:cxnSpLocks/>
          </p:cNvCxnSpPr>
          <p:nvPr/>
        </p:nvCxnSpPr>
        <p:spPr>
          <a:xfrm flipV="1">
            <a:off x="821975" y="497561"/>
            <a:ext cx="0" cy="330188"/>
          </a:xfrm>
          <a:prstGeom prst="line">
            <a:avLst/>
          </a:prstGeom>
          <a:noFill/>
          <a:ln w="28575" cap="rnd" cmpd="sng" algn="ctr">
            <a:solidFill>
              <a:srgbClr val="01479D"/>
            </a:solidFill>
            <a:prstDash val="solid"/>
            <a:round/>
          </a:ln>
          <a:effectLst/>
        </p:spPr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136C0D10-C9CB-B4D0-3299-FFD7A7A43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082" y="2133599"/>
            <a:ext cx="5005278" cy="377767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B766F05-D7D6-CDF7-AC13-303F71586D0A}"/>
              </a:ext>
            </a:extLst>
          </p:cNvPr>
          <p:cNvSpPr txBox="1"/>
          <p:nvPr/>
        </p:nvSpPr>
        <p:spPr>
          <a:xfrm>
            <a:off x="1704289" y="1699612"/>
            <a:ext cx="25122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确认工程路径和解释器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05AA27A-0320-CA63-1A6C-6FF849357E14}"/>
              </a:ext>
            </a:extLst>
          </p:cNvPr>
          <p:cNvSpPr txBox="1"/>
          <p:nvPr/>
        </p:nvSpPr>
        <p:spPr>
          <a:xfrm>
            <a:off x="8539187" y="1699612"/>
            <a:ext cx="16533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工程创建完成：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11465EA-FFDA-2467-F9ED-7DD29FE2B6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733" y="2133599"/>
            <a:ext cx="5345965" cy="3777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380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BB52D-2866-5CFF-8341-9A4D74579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>
            <a:extLst>
              <a:ext uri="{FF2B5EF4-FFF2-40B4-BE49-F238E27FC236}">
                <a16:creationId xmlns:a16="http://schemas.microsoft.com/office/drawing/2014/main" id="{C23DD519-F951-AA94-1A25-066368988E8F}"/>
              </a:ext>
            </a:extLst>
          </p:cNvPr>
          <p:cNvSpPr txBox="1"/>
          <p:nvPr/>
        </p:nvSpPr>
        <p:spPr>
          <a:xfrm>
            <a:off x="816899" y="446534"/>
            <a:ext cx="21435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PyCharm</a:t>
            </a:r>
            <a:r>
              <a:rPr lang="zh-CN" altLang="en-US" sz="2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基本使用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174D5ABF-3AFA-97D6-12B8-FD7024B1A68A}"/>
              </a:ext>
            </a:extLst>
          </p:cNvPr>
          <p:cNvSpPr txBox="1"/>
          <p:nvPr/>
        </p:nvSpPr>
        <p:spPr>
          <a:xfrm>
            <a:off x="373082" y="477989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+mn-lt"/>
              </a:rPr>
              <a:t>4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Arial" panose="020B0604020202020204" pitchFamily="34" charset="0"/>
              <a:sym typeface="+mn-lt"/>
            </a:endParaRPr>
          </a:p>
        </p:txBody>
      </p: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CD37ECEA-7E43-38FC-E8C1-71C03713F275}"/>
              </a:ext>
            </a:extLst>
          </p:cNvPr>
          <p:cNvCxnSpPr>
            <a:cxnSpLocks/>
          </p:cNvCxnSpPr>
          <p:nvPr/>
        </p:nvCxnSpPr>
        <p:spPr>
          <a:xfrm flipV="1">
            <a:off x="821975" y="497561"/>
            <a:ext cx="0" cy="330188"/>
          </a:xfrm>
          <a:prstGeom prst="line">
            <a:avLst/>
          </a:prstGeom>
          <a:noFill/>
          <a:ln w="28575" cap="rnd" cmpd="sng" algn="ctr">
            <a:solidFill>
              <a:srgbClr val="01479D"/>
            </a:solidFill>
            <a:prstDash val="solid"/>
            <a:round/>
          </a:ln>
          <a:effectLst/>
        </p:spPr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C3555F86-E8F1-A643-381E-1257551D425A}"/>
              </a:ext>
            </a:extLst>
          </p:cNvPr>
          <p:cNvSpPr txBox="1"/>
          <p:nvPr/>
        </p:nvSpPr>
        <p:spPr>
          <a:xfrm>
            <a:off x="816899" y="1436316"/>
            <a:ext cx="40968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创建一个</a:t>
            </a:r>
            <a:r>
              <a:rPr lang="en-US" altLang="zh-CN" dirty="0"/>
              <a:t>Python</a:t>
            </a:r>
            <a:r>
              <a:rPr lang="zh-CN" altLang="en-US" dirty="0"/>
              <a:t>代码文件 ，名称</a:t>
            </a:r>
            <a:r>
              <a:rPr lang="en-US" altLang="zh-CN" dirty="0"/>
              <a:t>test.py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1508C1E-F99D-FD43-363C-82388B107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898" y="2038465"/>
            <a:ext cx="3986011" cy="131139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A20199E-FAC5-7C2E-49BF-B13938E0BC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396" y="4049684"/>
            <a:ext cx="3541852" cy="143665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E105672-77AF-9EFD-EE2F-3BCB175D50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1913" y="1753224"/>
            <a:ext cx="2300474" cy="167577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3117C88-DB3D-F1E4-F881-D0BD483130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3952240"/>
            <a:ext cx="5526058" cy="262581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33121B4B-B619-6F15-35F2-2DBE7965E940}"/>
              </a:ext>
            </a:extLst>
          </p:cNvPr>
          <p:cNvSpPr txBox="1"/>
          <p:nvPr/>
        </p:nvSpPr>
        <p:spPr>
          <a:xfrm>
            <a:off x="7407564" y="1251650"/>
            <a:ext cx="31773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在空白处右键，然后选择运行</a:t>
            </a:r>
          </a:p>
        </p:txBody>
      </p:sp>
    </p:spTree>
    <p:extLst>
      <p:ext uri="{BB962C8B-B14F-4D97-AF65-F5344CB8AC3E}">
        <p14:creationId xmlns:p14="http://schemas.microsoft.com/office/powerpoint/2010/main" val="1024416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F447B-DBC8-3F1F-C7AB-AC6584136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>
            <a:extLst>
              <a:ext uri="{FF2B5EF4-FFF2-40B4-BE49-F238E27FC236}">
                <a16:creationId xmlns:a16="http://schemas.microsoft.com/office/drawing/2014/main" id="{5FA5D902-706B-0AF4-8B66-07098D2B4AF7}"/>
              </a:ext>
            </a:extLst>
          </p:cNvPr>
          <p:cNvSpPr txBox="1"/>
          <p:nvPr/>
        </p:nvSpPr>
        <p:spPr>
          <a:xfrm>
            <a:off x="816899" y="446534"/>
            <a:ext cx="21435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PyCharm</a:t>
            </a:r>
            <a:r>
              <a:rPr lang="zh-CN" altLang="en-US" sz="2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基本使用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6102EFE9-6083-2481-B988-089A6D8DF59B}"/>
              </a:ext>
            </a:extLst>
          </p:cNvPr>
          <p:cNvSpPr txBox="1"/>
          <p:nvPr/>
        </p:nvSpPr>
        <p:spPr>
          <a:xfrm>
            <a:off x="373082" y="477989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+mn-lt"/>
              </a:rPr>
              <a:t>4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Arial" panose="020B0604020202020204" pitchFamily="34" charset="0"/>
              <a:sym typeface="+mn-lt"/>
            </a:endParaRPr>
          </a:p>
        </p:txBody>
      </p: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4766FF12-8A9A-9F1C-1E03-84F69EAAD247}"/>
              </a:ext>
            </a:extLst>
          </p:cNvPr>
          <p:cNvCxnSpPr>
            <a:cxnSpLocks/>
          </p:cNvCxnSpPr>
          <p:nvPr/>
        </p:nvCxnSpPr>
        <p:spPr>
          <a:xfrm flipV="1">
            <a:off x="821975" y="497561"/>
            <a:ext cx="0" cy="330188"/>
          </a:xfrm>
          <a:prstGeom prst="line">
            <a:avLst/>
          </a:prstGeom>
          <a:noFill/>
          <a:ln w="28575" cap="rnd" cmpd="sng" algn="ctr">
            <a:solidFill>
              <a:srgbClr val="01479D"/>
            </a:solidFill>
            <a:prstDash val="solid"/>
            <a:round/>
          </a:ln>
          <a:effectLst/>
        </p:spPr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768155EA-E50F-F796-089F-FA480BAEFA2A}"/>
              </a:ext>
            </a:extLst>
          </p:cNvPr>
          <p:cNvSpPr txBox="1"/>
          <p:nvPr/>
        </p:nvSpPr>
        <p:spPr>
          <a:xfrm>
            <a:off x="816899" y="1415534"/>
            <a:ext cx="11915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汉化软件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3F65FDF-159A-8778-76AB-D04B0EDFC505}"/>
              </a:ext>
            </a:extLst>
          </p:cNvPr>
          <p:cNvSpPr txBox="1"/>
          <p:nvPr/>
        </p:nvSpPr>
        <p:spPr>
          <a:xfrm>
            <a:off x="816899" y="2067044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打开插件功能：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B9A5E28-809A-81F6-9CD2-7335EF7C12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40" y="2718554"/>
            <a:ext cx="2292295" cy="136562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1B6BF2C-8C69-B9FF-765F-3A6545441A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0537" y="1567696"/>
            <a:ext cx="6670813" cy="4838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760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EEC32-8500-7A6B-BC8B-76CA037C3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>
            <a:extLst>
              <a:ext uri="{FF2B5EF4-FFF2-40B4-BE49-F238E27FC236}">
                <a16:creationId xmlns:a16="http://schemas.microsoft.com/office/drawing/2014/main" id="{6B9F0FE5-5BB3-5F13-8803-D3D8840BDF41}"/>
              </a:ext>
            </a:extLst>
          </p:cNvPr>
          <p:cNvSpPr txBox="1"/>
          <p:nvPr/>
        </p:nvSpPr>
        <p:spPr>
          <a:xfrm>
            <a:off x="816899" y="446534"/>
            <a:ext cx="21435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PyCharm</a:t>
            </a:r>
            <a:r>
              <a:rPr lang="zh-CN" altLang="en-US" sz="2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基本使用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480B381C-27F3-C3FF-CDC9-2573CEA87B27}"/>
              </a:ext>
            </a:extLst>
          </p:cNvPr>
          <p:cNvSpPr txBox="1"/>
          <p:nvPr/>
        </p:nvSpPr>
        <p:spPr>
          <a:xfrm>
            <a:off x="373082" y="477989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+mn-lt"/>
              </a:rPr>
              <a:t>4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Arial" panose="020B0604020202020204" pitchFamily="34" charset="0"/>
              <a:sym typeface="+mn-lt"/>
            </a:endParaRPr>
          </a:p>
        </p:txBody>
      </p: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D2EEAA8A-2BF9-84AB-D845-74D25595DAF4}"/>
              </a:ext>
            </a:extLst>
          </p:cNvPr>
          <p:cNvCxnSpPr>
            <a:cxnSpLocks/>
          </p:cNvCxnSpPr>
          <p:nvPr/>
        </p:nvCxnSpPr>
        <p:spPr>
          <a:xfrm flipV="1">
            <a:off x="821975" y="497561"/>
            <a:ext cx="0" cy="330188"/>
          </a:xfrm>
          <a:prstGeom prst="line">
            <a:avLst/>
          </a:prstGeom>
          <a:noFill/>
          <a:ln w="28575" cap="rnd" cmpd="sng" algn="ctr">
            <a:solidFill>
              <a:srgbClr val="01479D"/>
            </a:solidFill>
            <a:prstDash val="solid"/>
            <a:round/>
          </a:ln>
          <a:effectLst/>
        </p:spPr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343D5B7F-F060-DB13-F981-A39DBD2ECD12}"/>
              </a:ext>
            </a:extLst>
          </p:cNvPr>
          <p:cNvSpPr txBox="1"/>
          <p:nvPr/>
        </p:nvSpPr>
        <p:spPr>
          <a:xfrm>
            <a:off x="816899" y="1107121"/>
            <a:ext cx="16291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安装第三方库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ED9E80A-39E6-5915-E3F7-F2B5549BE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6020" y="2387282"/>
            <a:ext cx="5570230" cy="402418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270AA0E-39C8-6586-D428-00E077896757}"/>
              </a:ext>
            </a:extLst>
          </p:cNvPr>
          <p:cNvSpPr txBox="1"/>
          <p:nvPr/>
        </p:nvSpPr>
        <p:spPr>
          <a:xfrm>
            <a:off x="1488281" y="1928114"/>
            <a:ext cx="8766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在设置界面，</a:t>
            </a:r>
            <a:r>
              <a:rPr lang="en-US" altLang="zh-CN" dirty="0"/>
              <a:t>1.</a:t>
            </a:r>
            <a:r>
              <a:rPr lang="zh-CN" altLang="en-US" dirty="0"/>
              <a:t>点击项目  </a:t>
            </a:r>
            <a:r>
              <a:rPr lang="en-US" altLang="zh-CN" dirty="0"/>
              <a:t>2.</a:t>
            </a:r>
            <a:r>
              <a:rPr lang="zh-CN" altLang="en-US" dirty="0"/>
              <a:t>点击</a:t>
            </a:r>
            <a:r>
              <a:rPr lang="en-US" altLang="zh-CN" dirty="0"/>
              <a:t>Python</a:t>
            </a:r>
            <a:r>
              <a:rPr lang="zh-CN" altLang="en-US" dirty="0"/>
              <a:t>解释器</a:t>
            </a:r>
            <a:r>
              <a:rPr lang="en-US" altLang="zh-CN" dirty="0"/>
              <a:t>  3.</a:t>
            </a:r>
            <a:r>
              <a:rPr lang="zh-CN" altLang="en-US" dirty="0"/>
              <a:t>点击“</a:t>
            </a:r>
            <a:r>
              <a:rPr lang="en-US" altLang="zh-CN" dirty="0"/>
              <a:t>+”</a:t>
            </a:r>
            <a:r>
              <a:rPr lang="zh-CN" altLang="en-US" dirty="0"/>
              <a:t>按钮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8392EE9-8C43-8A79-DC96-11470A41FCC5}"/>
              </a:ext>
            </a:extLst>
          </p:cNvPr>
          <p:cNvSpPr/>
          <p:nvPr/>
        </p:nvSpPr>
        <p:spPr>
          <a:xfrm>
            <a:off x="2539430" y="3429000"/>
            <a:ext cx="842010" cy="4512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2B7C70C-BB64-2028-9FFF-4BC5DD5EAA70}"/>
              </a:ext>
            </a:extLst>
          </p:cNvPr>
          <p:cNvSpPr/>
          <p:nvPr/>
        </p:nvSpPr>
        <p:spPr>
          <a:xfrm>
            <a:off x="3661410" y="3096161"/>
            <a:ext cx="190500" cy="2111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6915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802E9-8152-1378-5165-BA851785A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>
            <a:extLst>
              <a:ext uri="{FF2B5EF4-FFF2-40B4-BE49-F238E27FC236}">
                <a16:creationId xmlns:a16="http://schemas.microsoft.com/office/drawing/2014/main" id="{78184F43-2381-0FFF-E914-58D9D60475D0}"/>
              </a:ext>
            </a:extLst>
          </p:cNvPr>
          <p:cNvSpPr txBox="1"/>
          <p:nvPr/>
        </p:nvSpPr>
        <p:spPr>
          <a:xfrm>
            <a:off x="816899" y="446534"/>
            <a:ext cx="21435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PyCharm</a:t>
            </a:r>
            <a:r>
              <a:rPr lang="zh-CN" altLang="en-US" sz="2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ea"/>
                <a:sym typeface="+mn-lt"/>
              </a:rPr>
              <a:t>基本使用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D591A7F9-5746-2792-071A-45200E0A131B}"/>
              </a:ext>
            </a:extLst>
          </p:cNvPr>
          <p:cNvSpPr txBox="1"/>
          <p:nvPr/>
        </p:nvSpPr>
        <p:spPr>
          <a:xfrm>
            <a:off x="373082" y="477989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+mn-lt"/>
              </a:rPr>
              <a:t>4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Arial" panose="020B0604020202020204" pitchFamily="34" charset="0"/>
              <a:sym typeface="+mn-lt"/>
            </a:endParaRPr>
          </a:p>
        </p:txBody>
      </p: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E86BDB77-7701-9E76-7C28-539D5EDE1C2C}"/>
              </a:ext>
            </a:extLst>
          </p:cNvPr>
          <p:cNvCxnSpPr>
            <a:cxnSpLocks/>
          </p:cNvCxnSpPr>
          <p:nvPr/>
        </p:nvCxnSpPr>
        <p:spPr>
          <a:xfrm flipV="1">
            <a:off x="821975" y="497561"/>
            <a:ext cx="0" cy="330188"/>
          </a:xfrm>
          <a:prstGeom prst="line">
            <a:avLst/>
          </a:prstGeom>
          <a:noFill/>
          <a:ln w="28575" cap="rnd" cmpd="sng" algn="ctr">
            <a:solidFill>
              <a:srgbClr val="01479D"/>
            </a:solidFill>
            <a:prstDash val="solid"/>
            <a:round/>
          </a:ln>
          <a:effectLst/>
        </p:spPr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C2CFBFC9-1CCB-152C-5D62-4BF827B83F92}"/>
              </a:ext>
            </a:extLst>
          </p:cNvPr>
          <p:cNvSpPr txBox="1"/>
          <p:nvPr/>
        </p:nvSpPr>
        <p:spPr>
          <a:xfrm>
            <a:off x="816899" y="1107121"/>
            <a:ext cx="16291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安装第三方库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6B7BC79-5630-146D-71C5-CC807345E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2120541"/>
            <a:ext cx="5189016" cy="454314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4058C18-799E-0ADF-3FD0-C88AE93085CE}"/>
              </a:ext>
            </a:extLst>
          </p:cNvPr>
          <p:cNvSpPr txBox="1"/>
          <p:nvPr/>
        </p:nvSpPr>
        <p:spPr>
          <a:xfrm>
            <a:off x="3288983" y="1611370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输入包名</a:t>
            </a:r>
            <a:r>
              <a:rPr lang="en-US" altLang="zh-CN" dirty="0"/>
              <a:t>(</a:t>
            </a:r>
            <a:r>
              <a:rPr lang="zh-CN" altLang="en-US" dirty="0"/>
              <a:t>在右侧可以选择版本），点击安装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DD2EC7B-C22D-21F5-E7B7-02464FA80F12}"/>
              </a:ext>
            </a:extLst>
          </p:cNvPr>
          <p:cNvSpPr/>
          <p:nvPr/>
        </p:nvSpPr>
        <p:spPr>
          <a:xfrm>
            <a:off x="5410200" y="5720991"/>
            <a:ext cx="842010" cy="4512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FA3C5A5-7CCF-BF6C-2668-D315666B2A7B}"/>
              </a:ext>
            </a:extLst>
          </p:cNvPr>
          <p:cNvSpPr/>
          <p:nvPr/>
        </p:nvSpPr>
        <p:spPr>
          <a:xfrm>
            <a:off x="3196590" y="2250081"/>
            <a:ext cx="712470" cy="3102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F1054D-8AD2-CC49-F7A0-1DD674C50FA6}"/>
              </a:ext>
            </a:extLst>
          </p:cNvPr>
          <p:cNvSpPr/>
          <p:nvPr/>
        </p:nvSpPr>
        <p:spPr>
          <a:xfrm>
            <a:off x="3196590" y="6172200"/>
            <a:ext cx="842010" cy="4512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2261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7468449" y="2918961"/>
            <a:ext cx="3665948" cy="19243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D49C5FF-2554-B046-E8BA-EC372638C733}"/>
              </a:ext>
            </a:extLst>
          </p:cNvPr>
          <p:cNvSpPr txBox="1"/>
          <p:nvPr/>
        </p:nvSpPr>
        <p:spPr>
          <a:xfrm>
            <a:off x="164592" y="3429000"/>
            <a:ext cx="75346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7406D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安装和配置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17406D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PyCharm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7406D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工具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00"/>
    </mc:Choice>
    <mc:Fallback xmlns="">
      <p:transition spd="slow" advTm="4000"/>
    </mc:Fallback>
  </mc:AlternateContent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>
            <a:lumMod val="5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12393</TotalTime>
  <Words>480</Words>
  <Application>Microsoft Office PowerPoint</Application>
  <PresentationFormat>宽屏</PresentationFormat>
  <Paragraphs>102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22</vt:i4>
      </vt:variant>
    </vt:vector>
  </HeadingPairs>
  <TitlesOfParts>
    <vt:vector size="36" baseType="lpstr">
      <vt:lpstr>-apple-system</vt:lpstr>
      <vt:lpstr>阿里巴巴普惠体</vt:lpstr>
      <vt:lpstr>等线</vt:lpstr>
      <vt:lpstr>等线 Light</vt:lpstr>
      <vt:lpstr>华文楷体</vt:lpstr>
      <vt:lpstr>微软雅黑</vt:lpstr>
      <vt:lpstr>纤黑体</vt:lpstr>
      <vt:lpstr>Arial</vt:lpstr>
      <vt:lpstr>Calibri</vt:lpstr>
      <vt:lpstr>Calibri Light</vt:lpstr>
      <vt:lpstr>Impact</vt:lpstr>
      <vt:lpstr>1_Office 主题​​</vt:lpstr>
      <vt:lpstr>Office 主题​​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 y</dc:creator>
  <cp:lastModifiedBy>ceh A</cp:lastModifiedBy>
  <cp:revision>115</cp:revision>
  <dcterms:created xsi:type="dcterms:W3CDTF">2024-09-11T12:08:32Z</dcterms:created>
  <dcterms:modified xsi:type="dcterms:W3CDTF">2025-06-29T05:05:41Z</dcterms:modified>
</cp:coreProperties>
</file>